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0" r:id="rId4"/>
    <p:sldId id="291" r:id="rId5"/>
    <p:sldId id="29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EDE0EF-BEAC-4AE3-8562-6F64C8286551}" v="3" dt="2025-03-03T17:04:58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3447" autoAdjust="0"/>
  </p:normalViewPr>
  <p:slideViewPr>
    <p:cSldViewPr>
      <p:cViewPr varScale="1">
        <p:scale>
          <a:sx n="89" d="100"/>
          <a:sy n="89" d="100"/>
        </p:scale>
        <p:origin x="130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fan Sheikh" userId="d6584adb700a76b5" providerId="LiveId" clId="{74760A76-F7AA-404B-BD01-31F8BEB08E81}"/>
    <pc:docChg chg="custSel addSld delSld modSld">
      <pc:chgData name="Irfan Sheikh" userId="d6584adb700a76b5" providerId="LiveId" clId="{74760A76-F7AA-404B-BD01-31F8BEB08E81}" dt="2024-08-09T06:26:23.735" v="76" actId="931"/>
      <pc:docMkLst>
        <pc:docMk/>
      </pc:docMkLst>
      <pc:sldChg chg="modSp mod">
        <pc:chgData name="Irfan Sheikh" userId="d6584adb700a76b5" providerId="LiveId" clId="{74760A76-F7AA-404B-BD01-31F8BEB08E81}" dt="2024-08-09T06:22:56.556" v="18" actId="20577"/>
        <pc:sldMkLst>
          <pc:docMk/>
          <pc:sldMk cId="0" sldId="256"/>
        </pc:sldMkLst>
      </pc:sldChg>
      <pc:sldChg chg="addSp delSp modSp mod">
        <pc:chgData name="Irfan Sheikh" userId="d6584adb700a76b5" providerId="LiveId" clId="{74760A76-F7AA-404B-BD01-31F8BEB08E81}" dt="2024-08-09T06:26:23.735" v="76" actId="931"/>
        <pc:sldMkLst>
          <pc:docMk/>
          <pc:sldMk cId="1243892205" sldId="264"/>
        </pc:sldMkLst>
      </pc:sldChg>
      <pc:sldChg chg="add">
        <pc:chgData name="Irfan Sheikh" userId="d6584adb700a76b5" providerId="LiveId" clId="{74760A76-F7AA-404B-BD01-31F8BEB08E81}" dt="2024-08-09T06:24:23.059" v="48"/>
        <pc:sldMkLst>
          <pc:docMk/>
          <pc:sldMk cId="933551102" sldId="265"/>
        </pc:sldMkLst>
      </pc:sldChg>
      <pc:sldChg chg="del">
        <pc:chgData name="Irfan Sheikh" userId="d6584adb700a76b5" providerId="LiveId" clId="{74760A76-F7AA-404B-BD01-31F8BEB08E81}" dt="2024-08-09T06:24:06.223" v="23" actId="47"/>
        <pc:sldMkLst>
          <pc:docMk/>
          <pc:sldMk cId="1022177402" sldId="265"/>
        </pc:sldMkLst>
      </pc:sldChg>
      <pc:sldChg chg="add">
        <pc:chgData name="Irfan Sheikh" userId="d6584adb700a76b5" providerId="LiveId" clId="{74760A76-F7AA-404B-BD01-31F8BEB08E81}" dt="2024-08-09T06:24:23.423" v="49"/>
        <pc:sldMkLst>
          <pc:docMk/>
          <pc:sldMk cId="673441858" sldId="266"/>
        </pc:sldMkLst>
      </pc:sldChg>
      <pc:sldChg chg="del">
        <pc:chgData name="Irfan Sheikh" userId="d6584adb700a76b5" providerId="LiveId" clId="{74760A76-F7AA-404B-BD01-31F8BEB08E81}" dt="2024-08-09T06:24:07.025" v="24" actId="47"/>
        <pc:sldMkLst>
          <pc:docMk/>
          <pc:sldMk cId="4126171070" sldId="266"/>
        </pc:sldMkLst>
      </pc:sldChg>
      <pc:sldChg chg="add">
        <pc:chgData name="Irfan Sheikh" userId="d6584adb700a76b5" providerId="LiveId" clId="{74760A76-F7AA-404B-BD01-31F8BEB08E81}" dt="2024-08-09T06:24:23.628" v="50"/>
        <pc:sldMkLst>
          <pc:docMk/>
          <pc:sldMk cId="50009236" sldId="267"/>
        </pc:sldMkLst>
      </pc:sldChg>
      <pc:sldChg chg="del">
        <pc:chgData name="Irfan Sheikh" userId="d6584adb700a76b5" providerId="LiveId" clId="{74760A76-F7AA-404B-BD01-31F8BEB08E81}" dt="2024-08-09T06:24:07.702" v="25" actId="47"/>
        <pc:sldMkLst>
          <pc:docMk/>
          <pc:sldMk cId="4261189392" sldId="267"/>
        </pc:sldMkLst>
      </pc:sldChg>
      <pc:sldChg chg="del">
        <pc:chgData name="Irfan Sheikh" userId="d6584adb700a76b5" providerId="LiveId" clId="{74760A76-F7AA-404B-BD01-31F8BEB08E81}" dt="2024-08-09T06:24:08.285" v="26" actId="47"/>
        <pc:sldMkLst>
          <pc:docMk/>
          <pc:sldMk cId="1673203521" sldId="268"/>
        </pc:sldMkLst>
      </pc:sldChg>
      <pc:sldChg chg="add">
        <pc:chgData name="Irfan Sheikh" userId="d6584adb700a76b5" providerId="LiveId" clId="{74760A76-F7AA-404B-BD01-31F8BEB08E81}" dt="2024-08-09T06:24:23.849" v="51"/>
        <pc:sldMkLst>
          <pc:docMk/>
          <pc:sldMk cId="2678873371" sldId="268"/>
        </pc:sldMkLst>
      </pc:sldChg>
      <pc:sldChg chg="add">
        <pc:chgData name="Irfan Sheikh" userId="d6584adb700a76b5" providerId="LiveId" clId="{74760A76-F7AA-404B-BD01-31F8BEB08E81}" dt="2024-08-09T06:24:24.045" v="52"/>
        <pc:sldMkLst>
          <pc:docMk/>
          <pc:sldMk cId="2276149872" sldId="269"/>
        </pc:sldMkLst>
      </pc:sldChg>
      <pc:sldChg chg="del">
        <pc:chgData name="Irfan Sheikh" userId="d6584adb700a76b5" providerId="LiveId" clId="{74760A76-F7AA-404B-BD01-31F8BEB08E81}" dt="2024-08-09T06:24:08.815" v="27" actId="47"/>
        <pc:sldMkLst>
          <pc:docMk/>
          <pc:sldMk cId="3570507258" sldId="269"/>
        </pc:sldMkLst>
      </pc:sldChg>
      <pc:sldChg chg="del">
        <pc:chgData name="Irfan Sheikh" userId="d6584adb700a76b5" providerId="LiveId" clId="{74760A76-F7AA-404B-BD01-31F8BEB08E81}" dt="2024-08-09T06:24:09.277" v="28" actId="47"/>
        <pc:sldMkLst>
          <pc:docMk/>
          <pc:sldMk cId="382388010" sldId="270"/>
        </pc:sldMkLst>
      </pc:sldChg>
      <pc:sldChg chg="add">
        <pc:chgData name="Irfan Sheikh" userId="d6584adb700a76b5" providerId="LiveId" clId="{74760A76-F7AA-404B-BD01-31F8BEB08E81}" dt="2024-08-09T06:24:24.246" v="53"/>
        <pc:sldMkLst>
          <pc:docMk/>
          <pc:sldMk cId="4112865051" sldId="270"/>
        </pc:sldMkLst>
      </pc:sldChg>
      <pc:sldChg chg="del">
        <pc:chgData name="Irfan Sheikh" userId="d6584adb700a76b5" providerId="LiveId" clId="{74760A76-F7AA-404B-BD01-31F8BEB08E81}" dt="2024-08-09T06:24:09.755" v="29" actId="47"/>
        <pc:sldMkLst>
          <pc:docMk/>
          <pc:sldMk cId="1181836309" sldId="271"/>
        </pc:sldMkLst>
      </pc:sldChg>
      <pc:sldChg chg="add">
        <pc:chgData name="Irfan Sheikh" userId="d6584adb700a76b5" providerId="LiveId" clId="{74760A76-F7AA-404B-BD01-31F8BEB08E81}" dt="2024-08-09T06:24:24.429" v="54"/>
        <pc:sldMkLst>
          <pc:docMk/>
          <pc:sldMk cId="2590948295" sldId="271"/>
        </pc:sldMkLst>
      </pc:sldChg>
      <pc:sldChg chg="add">
        <pc:chgData name="Irfan Sheikh" userId="d6584adb700a76b5" providerId="LiveId" clId="{74760A76-F7AA-404B-BD01-31F8BEB08E81}" dt="2024-08-09T06:24:24.625" v="55"/>
        <pc:sldMkLst>
          <pc:docMk/>
          <pc:sldMk cId="1022613930" sldId="272"/>
        </pc:sldMkLst>
      </pc:sldChg>
      <pc:sldChg chg="del">
        <pc:chgData name="Irfan Sheikh" userId="d6584adb700a76b5" providerId="LiveId" clId="{74760A76-F7AA-404B-BD01-31F8BEB08E81}" dt="2024-08-09T06:24:10.249" v="30" actId="47"/>
        <pc:sldMkLst>
          <pc:docMk/>
          <pc:sldMk cId="3972928659" sldId="272"/>
        </pc:sldMkLst>
      </pc:sldChg>
      <pc:sldChg chg="del">
        <pc:chgData name="Irfan Sheikh" userId="d6584adb700a76b5" providerId="LiveId" clId="{74760A76-F7AA-404B-BD01-31F8BEB08E81}" dt="2024-08-09T06:24:10.702" v="31" actId="47"/>
        <pc:sldMkLst>
          <pc:docMk/>
          <pc:sldMk cId="1499400311" sldId="273"/>
        </pc:sldMkLst>
      </pc:sldChg>
      <pc:sldChg chg="add">
        <pc:chgData name="Irfan Sheikh" userId="d6584adb700a76b5" providerId="LiveId" clId="{74760A76-F7AA-404B-BD01-31F8BEB08E81}" dt="2024-08-09T06:24:24.798" v="56"/>
        <pc:sldMkLst>
          <pc:docMk/>
          <pc:sldMk cId="1647592229" sldId="273"/>
        </pc:sldMkLst>
      </pc:sldChg>
      <pc:sldChg chg="add">
        <pc:chgData name="Irfan Sheikh" userId="d6584adb700a76b5" providerId="LiveId" clId="{74760A76-F7AA-404B-BD01-31F8BEB08E81}" dt="2024-08-09T06:24:24.958" v="57"/>
        <pc:sldMkLst>
          <pc:docMk/>
          <pc:sldMk cId="2702396773" sldId="274"/>
        </pc:sldMkLst>
      </pc:sldChg>
      <pc:sldChg chg="del">
        <pc:chgData name="Irfan Sheikh" userId="d6584adb700a76b5" providerId="LiveId" clId="{74760A76-F7AA-404B-BD01-31F8BEB08E81}" dt="2024-08-09T06:24:11.134" v="32" actId="47"/>
        <pc:sldMkLst>
          <pc:docMk/>
          <pc:sldMk cId="3181355389" sldId="274"/>
        </pc:sldMkLst>
      </pc:sldChg>
      <pc:sldChg chg="add">
        <pc:chgData name="Irfan Sheikh" userId="d6584adb700a76b5" providerId="LiveId" clId="{74760A76-F7AA-404B-BD01-31F8BEB08E81}" dt="2024-08-09T06:24:25.098" v="58"/>
        <pc:sldMkLst>
          <pc:docMk/>
          <pc:sldMk cId="44744840" sldId="275"/>
        </pc:sldMkLst>
      </pc:sldChg>
      <pc:sldChg chg="del">
        <pc:chgData name="Irfan Sheikh" userId="d6584adb700a76b5" providerId="LiveId" clId="{74760A76-F7AA-404B-BD01-31F8BEB08E81}" dt="2024-08-09T06:24:11.583" v="33" actId="47"/>
        <pc:sldMkLst>
          <pc:docMk/>
          <pc:sldMk cId="4177106379" sldId="275"/>
        </pc:sldMkLst>
      </pc:sldChg>
      <pc:sldChg chg="del">
        <pc:chgData name="Irfan Sheikh" userId="d6584adb700a76b5" providerId="LiveId" clId="{74760A76-F7AA-404B-BD01-31F8BEB08E81}" dt="2024-08-09T06:24:12.014" v="34" actId="47"/>
        <pc:sldMkLst>
          <pc:docMk/>
          <pc:sldMk cId="770822238" sldId="276"/>
        </pc:sldMkLst>
      </pc:sldChg>
      <pc:sldChg chg="add">
        <pc:chgData name="Irfan Sheikh" userId="d6584adb700a76b5" providerId="LiveId" clId="{74760A76-F7AA-404B-BD01-31F8BEB08E81}" dt="2024-08-09T06:24:25.273" v="59"/>
        <pc:sldMkLst>
          <pc:docMk/>
          <pc:sldMk cId="1422204985" sldId="276"/>
        </pc:sldMkLst>
      </pc:sldChg>
      <pc:sldChg chg="del">
        <pc:chgData name="Irfan Sheikh" userId="d6584adb700a76b5" providerId="LiveId" clId="{74760A76-F7AA-404B-BD01-31F8BEB08E81}" dt="2024-08-09T06:24:12.422" v="35" actId="47"/>
        <pc:sldMkLst>
          <pc:docMk/>
          <pc:sldMk cId="1156018331" sldId="277"/>
        </pc:sldMkLst>
      </pc:sldChg>
      <pc:sldChg chg="add">
        <pc:chgData name="Irfan Sheikh" userId="d6584adb700a76b5" providerId="LiveId" clId="{74760A76-F7AA-404B-BD01-31F8BEB08E81}" dt="2024-08-09T06:24:25.468" v="60"/>
        <pc:sldMkLst>
          <pc:docMk/>
          <pc:sldMk cId="3245345006" sldId="277"/>
        </pc:sldMkLst>
      </pc:sldChg>
      <pc:sldChg chg="del">
        <pc:chgData name="Irfan Sheikh" userId="d6584adb700a76b5" providerId="LiveId" clId="{74760A76-F7AA-404B-BD01-31F8BEB08E81}" dt="2024-08-09T06:24:12.814" v="36" actId="47"/>
        <pc:sldMkLst>
          <pc:docMk/>
          <pc:sldMk cId="949846612" sldId="278"/>
        </pc:sldMkLst>
      </pc:sldChg>
      <pc:sldChg chg="add">
        <pc:chgData name="Irfan Sheikh" userId="d6584adb700a76b5" providerId="LiveId" clId="{74760A76-F7AA-404B-BD01-31F8BEB08E81}" dt="2024-08-09T06:24:25.661" v="61"/>
        <pc:sldMkLst>
          <pc:docMk/>
          <pc:sldMk cId="3717814081" sldId="278"/>
        </pc:sldMkLst>
      </pc:sldChg>
      <pc:sldChg chg="del">
        <pc:chgData name="Irfan Sheikh" userId="d6584adb700a76b5" providerId="LiveId" clId="{74760A76-F7AA-404B-BD01-31F8BEB08E81}" dt="2024-08-09T06:24:13.256" v="37" actId="47"/>
        <pc:sldMkLst>
          <pc:docMk/>
          <pc:sldMk cId="2793107151" sldId="279"/>
        </pc:sldMkLst>
      </pc:sldChg>
      <pc:sldChg chg="add">
        <pc:chgData name="Irfan Sheikh" userId="d6584adb700a76b5" providerId="LiveId" clId="{74760A76-F7AA-404B-BD01-31F8BEB08E81}" dt="2024-08-09T06:24:25.828" v="62"/>
        <pc:sldMkLst>
          <pc:docMk/>
          <pc:sldMk cId="3484750467" sldId="279"/>
        </pc:sldMkLst>
      </pc:sldChg>
      <pc:sldChg chg="add">
        <pc:chgData name="Irfan Sheikh" userId="d6584adb700a76b5" providerId="LiveId" clId="{74760A76-F7AA-404B-BD01-31F8BEB08E81}" dt="2024-08-09T06:24:26.049" v="63"/>
        <pc:sldMkLst>
          <pc:docMk/>
          <pc:sldMk cId="1215395890" sldId="280"/>
        </pc:sldMkLst>
      </pc:sldChg>
      <pc:sldChg chg="del">
        <pc:chgData name="Irfan Sheikh" userId="d6584adb700a76b5" providerId="LiveId" clId="{74760A76-F7AA-404B-BD01-31F8BEB08E81}" dt="2024-08-09T06:24:13.676" v="38" actId="47"/>
        <pc:sldMkLst>
          <pc:docMk/>
          <pc:sldMk cId="3506838076" sldId="280"/>
        </pc:sldMkLst>
      </pc:sldChg>
      <pc:sldChg chg="del">
        <pc:chgData name="Irfan Sheikh" userId="d6584adb700a76b5" providerId="LiveId" clId="{74760A76-F7AA-404B-BD01-31F8BEB08E81}" dt="2024-08-09T06:24:14.060" v="39" actId="47"/>
        <pc:sldMkLst>
          <pc:docMk/>
          <pc:sldMk cId="1100050896" sldId="281"/>
        </pc:sldMkLst>
      </pc:sldChg>
      <pc:sldChg chg="add">
        <pc:chgData name="Irfan Sheikh" userId="d6584adb700a76b5" providerId="LiveId" clId="{74760A76-F7AA-404B-BD01-31F8BEB08E81}" dt="2024-08-09T06:24:26.254" v="64"/>
        <pc:sldMkLst>
          <pc:docMk/>
          <pc:sldMk cId="4184034655" sldId="281"/>
        </pc:sldMkLst>
      </pc:sldChg>
      <pc:sldChg chg="add">
        <pc:chgData name="Irfan Sheikh" userId="d6584adb700a76b5" providerId="LiveId" clId="{74760A76-F7AA-404B-BD01-31F8BEB08E81}" dt="2024-08-09T06:24:26.475" v="65"/>
        <pc:sldMkLst>
          <pc:docMk/>
          <pc:sldMk cId="1118087834" sldId="282"/>
        </pc:sldMkLst>
      </pc:sldChg>
      <pc:sldChg chg="del">
        <pc:chgData name="Irfan Sheikh" userId="d6584adb700a76b5" providerId="LiveId" clId="{74760A76-F7AA-404B-BD01-31F8BEB08E81}" dt="2024-08-09T06:24:14.493" v="40" actId="47"/>
        <pc:sldMkLst>
          <pc:docMk/>
          <pc:sldMk cId="2460762082" sldId="282"/>
        </pc:sldMkLst>
      </pc:sldChg>
      <pc:sldChg chg="add">
        <pc:chgData name="Irfan Sheikh" userId="d6584adb700a76b5" providerId="LiveId" clId="{74760A76-F7AA-404B-BD01-31F8BEB08E81}" dt="2024-08-09T06:24:26.729" v="66"/>
        <pc:sldMkLst>
          <pc:docMk/>
          <pc:sldMk cId="1584290728" sldId="283"/>
        </pc:sldMkLst>
      </pc:sldChg>
      <pc:sldChg chg="del">
        <pc:chgData name="Irfan Sheikh" userId="d6584adb700a76b5" providerId="LiveId" clId="{74760A76-F7AA-404B-BD01-31F8BEB08E81}" dt="2024-08-09T06:24:14.924" v="41" actId="47"/>
        <pc:sldMkLst>
          <pc:docMk/>
          <pc:sldMk cId="2963508834" sldId="283"/>
        </pc:sldMkLst>
      </pc:sldChg>
      <pc:sldChg chg="del">
        <pc:chgData name="Irfan Sheikh" userId="d6584adb700a76b5" providerId="LiveId" clId="{74760A76-F7AA-404B-BD01-31F8BEB08E81}" dt="2024-08-09T06:24:15.331" v="42" actId="47"/>
        <pc:sldMkLst>
          <pc:docMk/>
          <pc:sldMk cId="78328749" sldId="284"/>
        </pc:sldMkLst>
      </pc:sldChg>
      <pc:sldChg chg="add">
        <pc:chgData name="Irfan Sheikh" userId="d6584adb700a76b5" providerId="LiveId" clId="{74760A76-F7AA-404B-BD01-31F8BEB08E81}" dt="2024-08-09T06:24:26.890" v="67"/>
        <pc:sldMkLst>
          <pc:docMk/>
          <pc:sldMk cId="1254625142" sldId="284"/>
        </pc:sldMkLst>
      </pc:sldChg>
      <pc:sldChg chg="del">
        <pc:chgData name="Irfan Sheikh" userId="d6584adb700a76b5" providerId="LiveId" clId="{74760A76-F7AA-404B-BD01-31F8BEB08E81}" dt="2024-08-09T06:24:15.734" v="43" actId="47"/>
        <pc:sldMkLst>
          <pc:docMk/>
          <pc:sldMk cId="1071806587" sldId="285"/>
        </pc:sldMkLst>
      </pc:sldChg>
      <pc:sldChg chg="add">
        <pc:chgData name="Irfan Sheikh" userId="d6584adb700a76b5" providerId="LiveId" clId="{74760A76-F7AA-404B-BD01-31F8BEB08E81}" dt="2024-08-09T06:24:27.341" v="68"/>
        <pc:sldMkLst>
          <pc:docMk/>
          <pc:sldMk cId="1990055007" sldId="285"/>
        </pc:sldMkLst>
      </pc:sldChg>
      <pc:sldChg chg="add">
        <pc:chgData name="Irfan Sheikh" userId="d6584adb700a76b5" providerId="LiveId" clId="{74760A76-F7AA-404B-BD01-31F8BEB08E81}" dt="2024-08-09T06:24:27.580" v="69"/>
        <pc:sldMkLst>
          <pc:docMk/>
          <pc:sldMk cId="478583688" sldId="286"/>
        </pc:sldMkLst>
      </pc:sldChg>
      <pc:sldChg chg="del">
        <pc:chgData name="Irfan Sheikh" userId="d6584adb700a76b5" providerId="LiveId" clId="{74760A76-F7AA-404B-BD01-31F8BEB08E81}" dt="2024-08-09T06:24:16.144" v="44" actId="47"/>
        <pc:sldMkLst>
          <pc:docMk/>
          <pc:sldMk cId="1900774026" sldId="286"/>
        </pc:sldMkLst>
      </pc:sldChg>
      <pc:sldChg chg="add">
        <pc:chgData name="Irfan Sheikh" userId="d6584adb700a76b5" providerId="LiveId" clId="{74760A76-F7AA-404B-BD01-31F8BEB08E81}" dt="2024-08-09T06:24:27.787" v="70"/>
        <pc:sldMkLst>
          <pc:docMk/>
          <pc:sldMk cId="959708275" sldId="287"/>
        </pc:sldMkLst>
      </pc:sldChg>
      <pc:sldChg chg="del">
        <pc:chgData name="Irfan Sheikh" userId="d6584adb700a76b5" providerId="LiveId" clId="{74760A76-F7AA-404B-BD01-31F8BEB08E81}" dt="2024-08-09T06:24:16.542" v="45" actId="47"/>
        <pc:sldMkLst>
          <pc:docMk/>
          <pc:sldMk cId="1188612039" sldId="287"/>
        </pc:sldMkLst>
      </pc:sldChg>
      <pc:sldChg chg="del">
        <pc:chgData name="Irfan Sheikh" userId="d6584adb700a76b5" providerId="LiveId" clId="{74760A76-F7AA-404B-BD01-31F8BEB08E81}" dt="2024-08-09T06:24:16.970" v="46" actId="47"/>
        <pc:sldMkLst>
          <pc:docMk/>
          <pc:sldMk cId="2255264277" sldId="288"/>
        </pc:sldMkLst>
      </pc:sldChg>
      <pc:sldChg chg="add">
        <pc:chgData name="Irfan Sheikh" userId="d6584adb700a76b5" providerId="LiveId" clId="{74760A76-F7AA-404B-BD01-31F8BEB08E81}" dt="2024-08-09T06:24:28.166" v="71"/>
        <pc:sldMkLst>
          <pc:docMk/>
          <pc:sldMk cId="4184728044" sldId="288"/>
        </pc:sldMkLst>
      </pc:sldChg>
      <pc:sldChg chg="del">
        <pc:chgData name="Irfan Sheikh" userId="d6584adb700a76b5" providerId="LiveId" clId="{74760A76-F7AA-404B-BD01-31F8BEB08E81}" dt="2024-08-09T06:24:17.378" v="47" actId="47"/>
        <pc:sldMkLst>
          <pc:docMk/>
          <pc:sldMk cId="117080530" sldId="289"/>
        </pc:sldMkLst>
      </pc:sldChg>
      <pc:sldChg chg="add">
        <pc:chgData name="Irfan Sheikh" userId="d6584adb700a76b5" providerId="LiveId" clId="{74760A76-F7AA-404B-BD01-31F8BEB08E81}" dt="2024-08-09T06:24:28.768" v="72"/>
        <pc:sldMkLst>
          <pc:docMk/>
          <pc:sldMk cId="3557311129" sldId="289"/>
        </pc:sldMkLst>
      </pc:sldChg>
    </pc:docChg>
  </pc:docChgLst>
  <pc:docChgLst>
    <pc:chgData name="Irfan Sheikh" userId="d6584adb700a76b5" providerId="LiveId" clId="{5240A503-AE59-4582-8D04-1AFCC923B4BA}"/>
    <pc:docChg chg="custSel addSld modSld">
      <pc:chgData name="Irfan Sheikh" userId="d6584adb700a76b5" providerId="LiveId" clId="{5240A503-AE59-4582-8D04-1AFCC923B4BA}" dt="2025-02-11T03:34:19.539" v="30" actId="931"/>
      <pc:docMkLst>
        <pc:docMk/>
      </pc:docMkLst>
      <pc:sldChg chg="modSp mod">
        <pc:chgData name="Irfan Sheikh" userId="d6584adb700a76b5" providerId="LiveId" clId="{5240A503-AE59-4582-8D04-1AFCC923B4BA}" dt="2025-02-11T03:28:34.369" v="15" actId="20577"/>
        <pc:sldMkLst>
          <pc:docMk/>
          <pc:sldMk cId="0" sldId="256"/>
        </pc:sldMkLst>
        <pc:spChg chg="mod">
          <ac:chgData name="Irfan Sheikh" userId="d6584adb700a76b5" providerId="LiveId" clId="{5240A503-AE59-4582-8D04-1AFCC923B4BA}" dt="2025-02-11T03:28:29.643" v="1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Irfan Sheikh" userId="d6584adb700a76b5" providerId="LiveId" clId="{5240A503-AE59-4582-8D04-1AFCC923B4BA}" dt="2025-02-11T03:28:34.369" v="15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 modClrScheme chgLayout">
        <pc:chgData name="Irfan Sheikh" userId="d6584adb700a76b5" providerId="LiveId" clId="{5240A503-AE59-4582-8D04-1AFCC923B4BA}" dt="2025-02-11T03:32:46.688" v="23" actId="931"/>
        <pc:sldMkLst>
          <pc:docMk/>
          <pc:sldMk cId="3557311129" sldId="289"/>
        </pc:sldMkLst>
        <pc:spChg chg="add mod ord">
          <ac:chgData name="Irfan Sheikh" userId="d6584adb700a76b5" providerId="LiveId" clId="{5240A503-AE59-4582-8D04-1AFCC923B4BA}" dt="2025-02-11T03:28:53.892" v="16" actId="700"/>
          <ac:spMkLst>
            <pc:docMk/>
            <pc:sldMk cId="3557311129" sldId="289"/>
            <ac:spMk id="3" creationId="{F9E0C70A-B5F5-5812-D91C-C3AA293D5A42}"/>
          </ac:spMkLst>
        </pc:spChg>
      </pc:sldChg>
      <pc:sldChg chg="addSp delSp modSp add">
        <pc:chgData name="Irfan Sheikh" userId="d6584adb700a76b5" providerId="LiveId" clId="{5240A503-AE59-4582-8D04-1AFCC923B4BA}" dt="2025-02-11T03:33:05.076" v="25" actId="931"/>
        <pc:sldMkLst>
          <pc:docMk/>
          <pc:sldMk cId="3487784296" sldId="290"/>
        </pc:sldMkLst>
      </pc:sldChg>
      <pc:sldChg chg="addSp delSp modSp add">
        <pc:chgData name="Irfan Sheikh" userId="d6584adb700a76b5" providerId="LiveId" clId="{5240A503-AE59-4582-8D04-1AFCC923B4BA}" dt="2025-02-11T03:33:20.114" v="27" actId="931"/>
        <pc:sldMkLst>
          <pc:docMk/>
          <pc:sldMk cId="881888503" sldId="291"/>
        </pc:sldMkLst>
      </pc:sldChg>
      <pc:sldChg chg="addSp delSp modSp add mod">
        <pc:chgData name="Irfan Sheikh" userId="d6584adb700a76b5" providerId="LiveId" clId="{5240A503-AE59-4582-8D04-1AFCC923B4BA}" dt="2025-02-11T03:34:19.539" v="30" actId="931"/>
        <pc:sldMkLst>
          <pc:docMk/>
          <pc:sldMk cId="1965510546" sldId="292"/>
        </pc:sldMkLst>
      </pc:sldChg>
      <pc:sldChg chg="add">
        <pc:chgData name="Irfan Sheikh" userId="d6584adb700a76b5" providerId="LiveId" clId="{5240A503-AE59-4582-8D04-1AFCC923B4BA}" dt="2025-02-11T03:28:58.598" v="20"/>
        <pc:sldMkLst>
          <pc:docMk/>
          <pc:sldMk cId="1661413458" sldId="293"/>
        </pc:sldMkLst>
      </pc:sldChg>
      <pc:sldChg chg="add">
        <pc:chgData name="Irfan Sheikh" userId="d6584adb700a76b5" providerId="LiveId" clId="{5240A503-AE59-4582-8D04-1AFCC923B4BA}" dt="2025-02-11T03:28:59.642" v="21"/>
        <pc:sldMkLst>
          <pc:docMk/>
          <pc:sldMk cId="2171327498" sldId="294"/>
        </pc:sldMkLst>
      </pc:sldChg>
    </pc:docChg>
  </pc:docChgLst>
  <pc:docChgLst>
    <pc:chgData name="Irfan Sheikh" userId="d6584adb700a76b5" providerId="LiveId" clId="{A46D4E46-3078-4B3A-90C8-D66EADB6F69B}"/>
    <pc:docChg chg="undo custSel addSld delSld modSld">
      <pc:chgData name="Irfan Sheikh" userId="d6584adb700a76b5" providerId="LiveId" clId="{A46D4E46-3078-4B3A-90C8-D66EADB6F69B}" dt="2024-05-31T18:42:58.275" v="337" actId="931"/>
      <pc:docMkLst>
        <pc:docMk/>
      </pc:docMkLst>
      <pc:sldChg chg="modSp mod">
        <pc:chgData name="Irfan Sheikh" userId="d6584adb700a76b5" providerId="LiveId" clId="{A46D4E46-3078-4B3A-90C8-D66EADB6F69B}" dt="2024-05-31T17:44:43.027" v="25" actId="20577"/>
        <pc:sldMkLst>
          <pc:docMk/>
          <pc:sldMk cId="0" sldId="256"/>
        </pc:sldMkLst>
      </pc:sldChg>
      <pc:sldChg chg="addSp delSp modSp mod">
        <pc:chgData name="Irfan Sheikh" userId="d6584adb700a76b5" providerId="LiveId" clId="{A46D4E46-3078-4B3A-90C8-D66EADB6F69B}" dt="2024-05-31T18:29:50.089" v="282" actId="931"/>
        <pc:sldMkLst>
          <pc:docMk/>
          <pc:sldMk cId="1243892205" sldId="264"/>
        </pc:sldMkLst>
      </pc:sldChg>
      <pc:sldChg chg="del">
        <pc:chgData name="Irfan Sheikh" userId="d6584adb700a76b5" providerId="LiveId" clId="{A46D4E46-3078-4B3A-90C8-D66EADB6F69B}" dt="2024-05-31T17:45:01.900" v="29" actId="47"/>
        <pc:sldMkLst>
          <pc:docMk/>
          <pc:sldMk cId="483904760" sldId="265"/>
        </pc:sldMkLst>
      </pc:sldChg>
      <pc:sldChg chg="addSp delSp modSp add mod">
        <pc:chgData name="Irfan Sheikh" userId="d6584adb700a76b5" providerId="LiveId" clId="{A46D4E46-3078-4B3A-90C8-D66EADB6F69B}" dt="2024-05-31T18:30:09.548" v="284" actId="931"/>
        <pc:sldMkLst>
          <pc:docMk/>
          <pc:sldMk cId="1022177402" sldId="265"/>
        </pc:sldMkLst>
      </pc:sldChg>
      <pc:sldChg chg="del">
        <pc:chgData name="Irfan Sheikh" userId="d6584adb700a76b5" providerId="LiveId" clId="{A46D4E46-3078-4B3A-90C8-D66EADB6F69B}" dt="2024-05-31T17:45:02.986" v="30" actId="47"/>
        <pc:sldMkLst>
          <pc:docMk/>
          <pc:sldMk cId="1807712004" sldId="266"/>
        </pc:sldMkLst>
      </pc:sldChg>
      <pc:sldChg chg="addSp delSp modSp add mod">
        <pc:chgData name="Irfan Sheikh" userId="d6584adb700a76b5" providerId="LiveId" clId="{A46D4E46-3078-4B3A-90C8-D66EADB6F69B}" dt="2024-05-31T18:30:30.080" v="286" actId="931"/>
        <pc:sldMkLst>
          <pc:docMk/>
          <pc:sldMk cId="4126171070" sldId="266"/>
        </pc:sldMkLst>
      </pc:sldChg>
      <pc:sldChg chg="del">
        <pc:chgData name="Irfan Sheikh" userId="d6584adb700a76b5" providerId="LiveId" clId="{A46D4E46-3078-4B3A-90C8-D66EADB6F69B}" dt="2024-05-31T17:45:03.810" v="31" actId="47"/>
        <pc:sldMkLst>
          <pc:docMk/>
          <pc:sldMk cId="719521848" sldId="267"/>
        </pc:sldMkLst>
      </pc:sldChg>
      <pc:sldChg chg="addSp delSp modSp add del mod chgLayout">
        <pc:chgData name="Irfan Sheikh" userId="d6584adb700a76b5" providerId="LiveId" clId="{A46D4E46-3078-4B3A-90C8-D66EADB6F69B}" dt="2024-05-31T17:49:06.476" v="118" actId="47"/>
        <pc:sldMkLst>
          <pc:docMk/>
          <pc:sldMk cId="2155796448" sldId="267"/>
        </pc:sldMkLst>
      </pc:sldChg>
      <pc:sldChg chg="addSp delSp modSp add mod chgLayout">
        <pc:chgData name="Irfan Sheikh" userId="d6584adb700a76b5" providerId="LiveId" clId="{A46D4E46-3078-4B3A-90C8-D66EADB6F69B}" dt="2024-05-31T18:30:47.019" v="288" actId="931"/>
        <pc:sldMkLst>
          <pc:docMk/>
          <pc:sldMk cId="4261189392" sldId="267"/>
        </pc:sldMkLst>
      </pc:sldChg>
      <pc:sldChg chg="del">
        <pc:chgData name="Irfan Sheikh" userId="d6584adb700a76b5" providerId="LiveId" clId="{A46D4E46-3078-4B3A-90C8-D66EADB6F69B}" dt="2024-05-31T17:45:04.518" v="32" actId="47"/>
        <pc:sldMkLst>
          <pc:docMk/>
          <pc:sldMk cId="1248118832" sldId="268"/>
        </pc:sldMkLst>
      </pc:sldChg>
      <pc:sldChg chg="addSp delSp modSp add mod">
        <pc:chgData name="Irfan Sheikh" userId="d6584adb700a76b5" providerId="LiveId" clId="{A46D4E46-3078-4B3A-90C8-D66EADB6F69B}" dt="2024-05-31T18:31:03.396" v="290" actId="931"/>
        <pc:sldMkLst>
          <pc:docMk/>
          <pc:sldMk cId="1673203521" sldId="268"/>
        </pc:sldMkLst>
      </pc:sldChg>
      <pc:sldChg chg="add del">
        <pc:chgData name="Irfan Sheikh" userId="d6584adb700a76b5" providerId="LiveId" clId="{A46D4E46-3078-4B3A-90C8-D66EADB6F69B}" dt="2024-05-31T17:48:13.304" v="95" actId="47"/>
        <pc:sldMkLst>
          <pc:docMk/>
          <pc:sldMk cId="1896380168" sldId="268"/>
        </pc:sldMkLst>
      </pc:sldChg>
      <pc:sldChg chg="del">
        <pc:chgData name="Irfan Sheikh" userId="d6584adb700a76b5" providerId="LiveId" clId="{A46D4E46-3078-4B3A-90C8-D66EADB6F69B}" dt="2024-05-31T17:45:05.131" v="33" actId="47"/>
        <pc:sldMkLst>
          <pc:docMk/>
          <pc:sldMk cId="641411179" sldId="269"/>
        </pc:sldMkLst>
      </pc:sldChg>
      <pc:sldChg chg="add del">
        <pc:chgData name="Irfan Sheikh" userId="d6584adb700a76b5" providerId="LiveId" clId="{A46D4E46-3078-4B3A-90C8-D66EADB6F69B}" dt="2024-05-31T17:48:18.226" v="96" actId="47"/>
        <pc:sldMkLst>
          <pc:docMk/>
          <pc:sldMk cId="2582946238" sldId="269"/>
        </pc:sldMkLst>
      </pc:sldChg>
      <pc:sldChg chg="addSp delSp modSp add mod">
        <pc:chgData name="Irfan Sheikh" userId="d6584adb700a76b5" providerId="LiveId" clId="{A46D4E46-3078-4B3A-90C8-D66EADB6F69B}" dt="2024-05-31T18:31:20.882" v="292" actId="931"/>
        <pc:sldMkLst>
          <pc:docMk/>
          <pc:sldMk cId="3570507258" sldId="269"/>
        </pc:sldMkLst>
      </pc:sldChg>
      <pc:sldChg chg="addSp delSp modSp add mod">
        <pc:chgData name="Irfan Sheikh" userId="d6584adb700a76b5" providerId="LiveId" clId="{A46D4E46-3078-4B3A-90C8-D66EADB6F69B}" dt="2024-05-31T18:32:20.056" v="294" actId="931"/>
        <pc:sldMkLst>
          <pc:docMk/>
          <pc:sldMk cId="382388010" sldId="270"/>
        </pc:sldMkLst>
      </pc:sldChg>
      <pc:sldChg chg="del">
        <pc:chgData name="Irfan Sheikh" userId="d6584adb700a76b5" providerId="LiveId" clId="{A46D4E46-3078-4B3A-90C8-D66EADB6F69B}" dt="2024-05-31T17:45:05.705" v="34" actId="47"/>
        <pc:sldMkLst>
          <pc:docMk/>
          <pc:sldMk cId="1481227129" sldId="270"/>
        </pc:sldMkLst>
      </pc:sldChg>
      <pc:sldChg chg="add del">
        <pc:chgData name="Irfan Sheikh" userId="d6584adb700a76b5" providerId="LiveId" clId="{A46D4E46-3078-4B3A-90C8-D66EADB6F69B}" dt="2024-05-31T17:48:20.837" v="97" actId="47"/>
        <pc:sldMkLst>
          <pc:docMk/>
          <pc:sldMk cId="3699119144" sldId="270"/>
        </pc:sldMkLst>
      </pc:sldChg>
      <pc:sldChg chg="add del">
        <pc:chgData name="Irfan Sheikh" userId="d6584adb700a76b5" providerId="LiveId" clId="{A46D4E46-3078-4B3A-90C8-D66EADB6F69B}" dt="2024-05-31T17:48:43.755" v="99" actId="47"/>
        <pc:sldMkLst>
          <pc:docMk/>
          <pc:sldMk cId="138358645" sldId="271"/>
        </pc:sldMkLst>
      </pc:sldChg>
      <pc:sldChg chg="addSp delSp modSp add mod">
        <pc:chgData name="Irfan Sheikh" userId="d6584adb700a76b5" providerId="LiveId" clId="{A46D4E46-3078-4B3A-90C8-D66EADB6F69B}" dt="2024-05-31T18:32:37.061" v="296" actId="931"/>
        <pc:sldMkLst>
          <pc:docMk/>
          <pc:sldMk cId="1181836309" sldId="271"/>
        </pc:sldMkLst>
      </pc:sldChg>
      <pc:sldChg chg="del">
        <pc:chgData name="Irfan Sheikh" userId="d6584adb700a76b5" providerId="LiveId" clId="{A46D4E46-3078-4B3A-90C8-D66EADB6F69B}" dt="2024-05-31T17:45:06.194" v="35" actId="47"/>
        <pc:sldMkLst>
          <pc:docMk/>
          <pc:sldMk cId="2286923795" sldId="271"/>
        </pc:sldMkLst>
      </pc:sldChg>
      <pc:sldChg chg="add del">
        <pc:chgData name="Irfan Sheikh" userId="d6584adb700a76b5" providerId="LiveId" clId="{A46D4E46-3078-4B3A-90C8-D66EADB6F69B}" dt="2024-05-31T17:48:45.261" v="100" actId="47"/>
        <pc:sldMkLst>
          <pc:docMk/>
          <pc:sldMk cId="1333275386" sldId="272"/>
        </pc:sldMkLst>
      </pc:sldChg>
      <pc:sldChg chg="del">
        <pc:chgData name="Irfan Sheikh" userId="d6584adb700a76b5" providerId="LiveId" clId="{A46D4E46-3078-4B3A-90C8-D66EADB6F69B}" dt="2024-05-31T17:45:06.695" v="36" actId="47"/>
        <pc:sldMkLst>
          <pc:docMk/>
          <pc:sldMk cId="1603109570" sldId="272"/>
        </pc:sldMkLst>
      </pc:sldChg>
      <pc:sldChg chg="addSp delSp modSp add mod">
        <pc:chgData name="Irfan Sheikh" userId="d6584adb700a76b5" providerId="LiveId" clId="{A46D4E46-3078-4B3A-90C8-D66EADB6F69B}" dt="2024-05-31T18:32:51.162" v="298" actId="931"/>
        <pc:sldMkLst>
          <pc:docMk/>
          <pc:sldMk cId="3972928659" sldId="272"/>
        </pc:sldMkLst>
      </pc:sldChg>
      <pc:sldChg chg="add del">
        <pc:chgData name="Irfan Sheikh" userId="d6584adb700a76b5" providerId="LiveId" clId="{A46D4E46-3078-4B3A-90C8-D66EADB6F69B}" dt="2024-05-31T17:48:46.487" v="101" actId="47"/>
        <pc:sldMkLst>
          <pc:docMk/>
          <pc:sldMk cId="1440431426" sldId="273"/>
        </pc:sldMkLst>
      </pc:sldChg>
      <pc:sldChg chg="addSp delSp modSp add mod">
        <pc:chgData name="Irfan Sheikh" userId="d6584adb700a76b5" providerId="LiveId" clId="{A46D4E46-3078-4B3A-90C8-D66EADB6F69B}" dt="2024-05-31T18:33:10.662" v="300" actId="931"/>
        <pc:sldMkLst>
          <pc:docMk/>
          <pc:sldMk cId="1499400311" sldId="273"/>
        </pc:sldMkLst>
      </pc:sldChg>
      <pc:sldChg chg="del">
        <pc:chgData name="Irfan Sheikh" userId="d6584adb700a76b5" providerId="LiveId" clId="{A46D4E46-3078-4B3A-90C8-D66EADB6F69B}" dt="2024-05-31T17:45:07.165" v="37" actId="47"/>
        <pc:sldMkLst>
          <pc:docMk/>
          <pc:sldMk cId="4212891980" sldId="273"/>
        </pc:sldMkLst>
      </pc:sldChg>
      <pc:sldChg chg="add del">
        <pc:chgData name="Irfan Sheikh" userId="d6584adb700a76b5" providerId="LiveId" clId="{A46D4E46-3078-4B3A-90C8-D66EADB6F69B}" dt="2024-05-31T17:48:47.752" v="102" actId="47"/>
        <pc:sldMkLst>
          <pc:docMk/>
          <pc:sldMk cId="409007017" sldId="274"/>
        </pc:sldMkLst>
      </pc:sldChg>
      <pc:sldChg chg="del">
        <pc:chgData name="Irfan Sheikh" userId="d6584adb700a76b5" providerId="LiveId" clId="{A46D4E46-3078-4B3A-90C8-D66EADB6F69B}" dt="2024-05-31T17:45:07.646" v="38" actId="47"/>
        <pc:sldMkLst>
          <pc:docMk/>
          <pc:sldMk cId="1850874519" sldId="274"/>
        </pc:sldMkLst>
      </pc:sldChg>
      <pc:sldChg chg="addSp delSp modSp add mod">
        <pc:chgData name="Irfan Sheikh" userId="d6584adb700a76b5" providerId="LiveId" clId="{A46D4E46-3078-4B3A-90C8-D66EADB6F69B}" dt="2024-05-31T18:33:29.328" v="302" actId="931"/>
        <pc:sldMkLst>
          <pc:docMk/>
          <pc:sldMk cId="3181355389" sldId="274"/>
        </pc:sldMkLst>
      </pc:sldChg>
      <pc:sldChg chg="del">
        <pc:chgData name="Irfan Sheikh" userId="d6584adb700a76b5" providerId="LiveId" clId="{A46D4E46-3078-4B3A-90C8-D66EADB6F69B}" dt="2024-05-31T17:45:08.148" v="39" actId="47"/>
        <pc:sldMkLst>
          <pc:docMk/>
          <pc:sldMk cId="274968530" sldId="275"/>
        </pc:sldMkLst>
      </pc:sldChg>
      <pc:sldChg chg="add del">
        <pc:chgData name="Irfan Sheikh" userId="d6584adb700a76b5" providerId="LiveId" clId="{A46D4E46-3078-4B3A-90C8-D66EADB6F69B}" dt="2024-05-31T17:48:49.008" v="103" actId="47"/>
        <pc:sldMkLst>
          <pc:docMk/>
          <pc:sldMk cId="2179118604" sldId="275"/>
        </pc:sldMkLst>
      </pc:sldChg>
      <pc:sldChg chg="addSp delSp modSp add mod">
        <pc:chgData name="Irfan Sheikh" userId="d6584adb700a76b5" providerId="LiveId" clId="{A46D4E46-3078-4B3A-90C8-D66EADB6F69B}" dt="2024-05-31T18:33:46.283" v="304" actId="931"/>
        <pc:sldMkLst>
          <pc:docMk/>
          <pc:sldMk cId="4177106379" sldId="275"/>
        </pc:sldMkLst>
      </pc:sldChg>
      <pc:sldChg chg="addSp delSp modSp add mod">
        <pc:chgData name="Irfan Sheikh" userId="d6584adb700a76b5" providerId="LiveId" clId="{A46D4E46-3078-4B3A-90C8-D66EADB6F69B}" dt="2024-05-31T18:34:04.539" v="306" actId="931"/>
        <pc:sldMkLst>
          <pc:docMk/>
          <pc:sldMk cId="770822238" sldId="276"/>
        </pc:sldMkLst>
      </pc:sldChg>
      <pc:sldChg chg="add del">
        <pc:chgData name="Irfan Sheikh" userId="d6584adb700a76b5" providerId="LiveId" clId="{A46D4E46-3078-4B3A-90C8-D66EADB6F69B}" dt="2024-05-31T17:48:50.168" v="104" actId="47"/>
        <pc:sldMkLst>
          <pc:docMk/>
          <pc:sldMk cId="2784953656" sldId="276"/>
        </pc:sldMkLst>
      </pc:sldChg>
      <pc:sldChg chg="del">
        <pc:chgData name="Irfan Sheikh" userId="d6584adb700a76b5" providerId="LiveId" clId="{A46D4E46-3078-4B3A-90C8-D66EADB6F69B}" dt="2024-05-31T17:45:08.604" v="40" actId="47"/>
        <pc:sldMkLst>
          <pc:docMk/>
          <pc:sldMk cId="2833444309" sldId="276"/>
        </pc:sldMkLst>
      </pc:sldChg>
      <pc:sldChg chg="addSp delSp modSp add mod">
        <pc:chgData name="Irfan Sheikh" userId="d6584adb700a76b5" providerId="LiveId" clId="{A46D4E46-3078-4B3A-90C8-D66EADB6F69B}" dt="2024-05-31T18:34:37.326" v="308" actId="931"/>
        <pc:sldMkLst>
          <pc:docMk/>
          <pc:sldMk cId="1156018331" sldId="277"/>
        </pc:sldMkLst>
      </pc:sldChg>
      <pc:sldChg chg="add del">
        <pc:chgData name="Irfan Sheikh" userId="d6584adb700a76b5" providerId="LiveId" clId="{A46D4E46-3078-4B3A-90C8-D66EADB6F69B}" dt="2024-05-31T17:48:51.304" v="105" actId="47"/>
        <pc:sldMkLst>
          <pc:docMk/>
          <pc:sldMk cId="2954118836" sldId="277"/>
        </pc:sldMkLst>
      </pc:sldChg>
      <pc:sldChg chg="del">
        <pc:chgData name="Irfan Sheikh" userId="d6584adb700a76b5" providerId="LiveId" clId="{A46D4E46-3078-4B3A-90C8-D66EADB6F69B}" dt="2024-05-31T17:45:09.028" v="41" actId="47"/>
        <pc:sldMkLst>
          <pc:docMk/>
          <pc:sldMk cId="3866421504" sldId="277"/>
        </pc:sldMkLst>
      </pc:sldChg>
      <pc:sldChg chg="del">
        <pc:chgData name="Irfan Sheikh" userId="d6584adb700a76b5" providerId="LiveId" clId="{A46D4E46-3078-4B3A-90C8-D66EADB6F69B}" dt="2024-05-31T17:45:09.483" v="42" actId="47"/>
        <pc:sldMkLst>
          <pc:docMk/>
          <pc:sldMk cId="130167140" sldId="278"/>
        </pc:sldMkLst>
      </pc:sldChg>
      <pc:sldChg chg="addSp delSp modSp add mod">
        <pc:chgData name="Irfan Sheikh" userId="d6584adb700a76b5" providerId="LiveId" clId="{A46D4E46-3078-4B3A-90C8-D66EADB6F69B}" dt="2024-05-31T18:36:02.053" v="312" actId="931"/>
        <pc:sldMkLst>
          <pc:docMk/>
          <pc:sldMk cId="949846612" sldId="278"/>
        </pc:sldMkLst>
      </pc:sldChg>
      <pc:sldChg chg="add del">
        <pc:chgData name="Irfan Sheikh" userId="d6584adb700a76b5" providerId="LiveId" clId="{A46D4E46-3078-4B3A-90C8-D66EADB6F69B}" dt="2024-05-31T17:48:52.407" v="106" actId="47"/>
        <pc:sldMkLst>
          <pc:docMk/>
          <pc:sldMk cId="2078588276" sldId="278"/>
        </pc:sldMkLst>
      </pc:sldChg>
      <pc:sldChg chg="del">
        <pc:chgData name="Irfan Sheikh" userId="d6584adb700a76b5" providerId="LiveId" clId="{A46D4E46-3078-4B3A-90C8-D66EADB6F69B}" dt="2024-05-31T17:45:09.912" v="43" actId="47"/>
        <pc:sldMkLst>
          <pc:docMk/>
          <pc:sldMk cId="2784355380" sldId="279"/>
        </pc:sldMkLst>
      </pc:sldChg>
      <pc:sldChg chg="addSp delSp modSp add mod">
        <pc:chgData name="Irfan Sheikh" userId="d6584adb700a76b5" providerId="LiveId" clId="{A46D4E46-3078-4B3A-90C8-D66EADB6F69B}" dt="2024-05-31T18:36:33.487" v="314" actId="931"/>
        <pc:sldMkLst>
          <pc:docMk/>
          <pc:sldMk cId="2793107151" sldId="279"/>
        </pc:sldMkLst>
      </pc:sldChg>
      <pc:sldChg chg="add del">
        <pc:chgData name="Irfan Sheikh" userId="d6584adb700a76b5" providerId="LiveId" clId="{A46D4E46-3078-4B3A-90C8-D66EADB6F69B}" dt="2024-05-31T17:48:53.415" v="107" actId="47"/>
        <pc:sldMkLst>
          <pc:docMk/>
          <pc:sldMk cId="3956444341" sldId="279"/>
        </pc:sldMkLst>
      </pc:sldChg>
      <pc:sldChg chg="del">
        <pc:chgData name="Irfan Sheikh" userId="d6584adb700a76b5" providerId="LiveId" clId="{A46D4E46-3078-4B3A-90C8-D66EADB6F69B}" dt="2024-05-31T17:45:10.330" v="44" actId="47"/>
        <pc:sldMkLst>
          <pc:docMk/>
          <pc:sldMk cId="544596630" sldId="280"/>
        </pc:sldMkLst>
      </pc:sldChg>
      <pc:sldChg chg="add del">
        <pc:chgData name="Irfan Sheikh" userId="d6584adb700a76b5" providerId="LiveId" clId="{A46D4E46-3078-4B3A-90C8-D66EADB6F69B}" dt="2024-05-31T17:48:54.613" v="108" actId="47"/>
        <pc:sldMkLst>
          <pc:docMk/>
          <pc:sldMk cId="2453777812" sldId="280"/>
        </pc:sldMkLst>
      </pc:sldChg>
      <pc:sldChg chg="addSp delSp modSp add mod">
        <pc:chgData name="Irfan Sheikh" userId="d6584adb700a76b5" providerId="LiveId" clId="{A46D4E46-3078-4B3A-90C8-D66EADB6F69B}" dt="2024-05-31T18:36:49.261" v="316" actId="931"/>
        <pc:sldMkLst>
          <pc:docMk/>
          <pc:sldMk cId="3506838076" sldId="280"/>
        </pc:sldMkLst>
      </pc:sldChg>
      <pc:sldChg chg="del">
        <pc:chgData name="Irfan Sheikh" userId="d6584adb700a76b5" providerId="LiveId" clId="{A46D4E46-3078-4B3A-90C8-D66EADB6F69B}" dt="2024-05-31T17:45:10.757" v="45" actId="47"/>
        <pc:sldMkLst>
          <pc:docMk/>
          <pc:sldMk cId="178219835" sldId="281"/>
        </pc:sldMkLst>
      </pc:sldChg>
      <pc:sldChg chg="addSp delSp modSp add mod">
        <pc:chgData name="Irfan Sheikh" userId="d6584adb700a76b5" providerId="LiveId" clId="{A46D4E46-3078-4B3A-90C8-D66EADB6F69B}" dt="2024-05-31T18:37:05.693" v="318" actId="931"/>
        <pc:sldMkLst>
          <pc:docMk/>
          <pc:sldMk cId="1100050896" sldId="281"/>
        </pc:sldMkLst>
      </pc:sldChg>
      <pc:sldChg chg="add del">
        <pc:chgData name="Irfan Sheikh" userId="d6584adb700a76b5" providerId="LiveId" clId="{A46D4E46-3078-4B3A-90C8-D66EADB6F69B}" dt="2024-05-31T17:48:55.564" v="109" actId="47"/>
        <pc:sldMkLst>
          <pc:docMk/>
          <pc:sldMk cId="2563426108" sldId="281"/>
        </pc:sldMkLst>
      </pc:sldChg>
      <pc:sldChg chg="del">
        <pc:chgData name="Irfan Sheikh" userId="d6584adb700a76b5" providerId="LiveId" clId="{A46D4E46-3078-4B3A-90C8-D66EADB6F69B}" dt="2024-05-31T17:45:11.164" v="46" actId="47"/>
        <pc:sldMkLst>
          <pc:docMk/>
          <pc:sldMk cId="2443070866" sldId="282"/>
        </pc:sldMkLst>
      </pc:sldChg>
      <pc:sldChg chg="addSp delSp modSp add mod">
        <pc:chgData name="Irfan Sheikh" userId="d6584adb700a76b5" providerId="LiveId" clId="{A46D4E46-3078-4B3A-90C8-D66EADB6F69B}" dt="2024-05-31T18:37:19.405" v="320" actId="931"/>
        <pc:sldMkLst>
          <pc:docMk/>
          <pc:sldMk cId="2460762082" sldId="282"/>
        </pc:sldMkLst>
      </pc:sldChg>
      <pc:sldChg chg="add del">
        <pc:chgData name="Irfan Sheikh" userId="d6584adb700a76b5" providerId="LiveId" clId="{A46D4E46-3078-4B3A-90C8-D66EADB6F69B}" dt="2024-05-31T17:48:56.418" v="110" actId="47"/>
        <pc:sldMkLst>
          <pc:docMk/>
          <pc:sldMk cId="3755465498" sldId="282"/>
        </pc:sldMkLst>
      </pc:sldChg>
      <pc:sldChg chg="del">
        <pc:chgData name="Irfan Sheikh" userId="d6584adb700a76b5" providerId="LiveId" clId="{A46D4E46-3078-4B3A-90C8-D66EADB6F69B}" dt="2024-05-31T17:45:11.596" v="47" actId="47"/>
        <pc:sldMkLst>
          <pc:docMk/>
          <pc:sldMk cId="455564623" sldId="283"/>
        </pc:sldMkLst>
      </pc:sldChg>
      <pc:sldChg chg="add del">
        <pc:chgData name="Irfan Sheikh" userId="d6584adb700a76b5" providerId="LiveId" clId="{A46D4E46-3078-4B3A-90C8-D66EADB6F69B}" dt="2024-05-31T17:48:57.451" v="111" actId="47"/>
        <pc:sldMkLst>
          <pc:docMk/>
          <pc:sldMk cId="2301278904" sldId="283"/>
        </pc:sldMkLst>
      </pc:sldChg>
      <pc:sldChg chg="addSp delSp modSp add mod">
        <pc:chgData name="Irfan Sheikh" userId="d6584adb700a76b5" providerId="LiveId" clId="{A46D4E46-3078-4B3A-90C8-D66EADB6F69B}" dt="2024-05-31T18:38:19.383" v="322" actId="931"/>
        <pc:sldMkLst>
          <pc:docMk/>
          <pc:sldMk cId="2963508834" sldId="283"/>
        </pc:sldMkLst>
      </pc:sldChg>
      <pc:sldChg chg="addSp delSp modSp add mod">
        <pc:chgData name="Irfan Sheikh" userId="d6584adb700a76b5" providerId="LiveId" clId="{A46D4E46-3078-4B3A-90C8-D66EADB6F69B}" dt="2024-05-31T18:39:52.775" v="324" actId="931"/>
        <pc:sldMkLst>
          <pc:docMk/>
          <pc:sldMk cId="78328749" sldId="284"/>
        </pc:sldMkLst>
      </pc:sldChg>
      <pc:sldChg chg="add del">
        <pc:chgData name="Irfan Sheikh" userId="d6584adb700a76b5" providerId="LiveId" clId="{A46D4E46-3078-4B3A-90C8-D66EADB6F69B}" dt="2024-05-31T17:48:58.363" v="112" actId="47"/>
        <pc:sldMkLst>
          <pc:docMk/>
          <pc:sldMk cId="998155560" sldId="284"/>
        </pc:sldMkLst>
      </pc:sldChg>
      <pc:sldChg chg="del">
        <pc:chgData name="Irfan Sheikh" userId="d6584adb700a76b5" providerId="LiveId" clId="{A46D4E46-3078-4B3A-90C8-D66EADB6F69B}" dt="2024-05-31T17:45:12.005" v="48" actId="47"/>
        <pc:sldMkLst>
          <pc:docMk/>
          <pc:sldMk cId="2451383250" sldId="284"/>
        </pc:sldMkLst>
      </pc:sldChg>
      <pc:sldChg chg="add del">
        <pc:chgData name="Irfan Sheikh" userId="d6584adb700a76b5" providerId="LiveId" clId="{A46D4E46-3078-4B3A-90C8-D66EADB6F69B}" dt="2024-05-31T17:48:59.240" v="113" actId="47"/>
        <pc:sldMkLst>
          <pc:docMk/>
          <pc:sldMk cId="870134241" sldId="285"/>
        </pc:sldMkLst>
      </pc:sldChg>
      <pc:sldChg chg="addSp delSp modSp add mod">
        <pc:chgData name="Irfan Sheikh" userId="d6584adb700a76b5" providerId="LiveId" clId="{A46D4E46-3078-4B3A-90C8-D66EADB6F69B}" dt="2024-05-31T18:41:04.845" v="329" actId="14100"/>
        <pc:sldMkLst>
          <pc:docMk/>
          <pc:sldMk cId="1071806587" sldId="285"/>
        </pc:sldMkLst>
      </pc:sldChg>
      <pc:sldChg chg="del">
        <pc:chgData name="Irfan Sheikh" userId="d6584adb700a76b5" providerId="LiveId" clId="{A46D4E46-3078-4B3A-90C8-D66EADB6F69B}" dt="2024-05-31T17:45:12.416" v="49" actId="47"/>
        <pc:sldMkLst>
          <pc:docMk/>
          <pc:sldMk cId="1447928717" sldId="285"/>
        </pc:sldMkLst>
      </pc:sldChg>
      <pc:sldChg chg="del">
        <pc:chgData name="Irfan Sheikh" userId="d6584adb700a76b5" providerId="LiveId" clId="{A46D4E46-3078-4B3A-90C8-D66EADB6F69B}" dt="2024-05-31T17:45:12.827" v="50" actId="47"/>
        <pc:sldMkLst>
          <pc:docMk/>
          <pc:sldMk cId="1622201318" sldId="286"/>
        </pc:sldMkLst>
      </pc:sldChg>
      <pc:sldChg chg="addSp delSp modSp add mod">
        <pc:chgData name="Irfan Sheikh" userId="d6584adb700a76b5" providerId="LiveId" clId="{A46D4E46-3078-4B3A-90C8-D66EADB6F69B}" dt="2024-05-31T18:41:24.305" v="331" actId="931"/>
        <pc:sldMkLst>
          <pc:docMk/>
          <pc:sldMk cId="1900774026" sldId="286"/>
        </pc:sldMkLst>
      </pc:sldChg>
      <pc:sldChg chg="add del">
        <pc:chgData name="Irfan Sheikh" userId="d6584adb700a76b5" providerId="LiveId" clId="{A46D4E46-3078-4B3A-90C8-D66EADB6F69B}" dt="2024-05-31T17:48:59.948" v="114" actId="47"/>
        <pc:sldMkLst>
          <pc:docMk/>
          <pc:sldMk cId="2231332973" sldId="286"/>
        </pc:sldMkLst>
      </pc:sldChg>
      <pc:sldChg chg="del">
        <pc:chgData name="Irfan Sheikh" userId="d6584adb700a76b5" providerId="LiveId" clId="{A46D4E46-3078-4B3A-90C8-D66EADB6F69B}" dt="2024-05-31T17:45:13.244" v="51" actId="47"/>
        <pc:sldMkLst>
          <pc:docMk/>
          <pc:sldMk cId="867948938" sldId="287"/>
        </pc:sldMkLst>
      </pc:sldChg>
      <pc:sldChg chg="add del">
        <pc:chgData name="Irfan Sheikh" userId="d6584adb700a76b5" providerId="LiveId" clId="{A46D4E46-3078-4B3A-90C8-D66EADB6F69B}" dt="2024-05-31T17:49:02.345" v="115" actId="47"/>
        <pc:sldMkLst>
          <pc:docMk/>
          <pc:sldMk cId="879959915" sldId="287"/>
        </pc:sldMkLst>
      </pc:sldChg>
      <pc:sldChg chg="addSp delSp modSp add mod">
        <pc:chgData name="Irfan Sheikh" userId="d6584adb700a76b5" providerId="LiveId" clId="{A46D4E46-3078-4B3A-90C8-D66EADB6F69B}" dt="2024-05-31T18:41:41.847" v="333" actId="931"/>
        <pc:sldMkLst>
          <pc:docMk/>
          <pc:sldMk cId="1188612039" sldId="287"/>
        </pc:sldMkLst>
      </pc:sldChg>
      <pc:sldChg chg="add del">
        <pc:chgData name="Irfan Sheikh" userId="d6584adb700a76b5" providerId="LiveId" clId="{A46D4E46-3078-4B3A-90C8-D66EADB6F69B}" dt="2024-05-31T17:49:03.328" v="116" actId="47"/>
        <pc:sldMkLst>
          <pc:docMk/>
          <pc:sldMk cId="485359863" sldId="288"/>
        </pc:sldMkLst>
      </pc:sldChg>
      <pc:sldChg chg="addSp delSp modSp add mod">
        <pc:chgData name="Irfan Sheikh" userId="d6584adb700a76b5" providerId="LiveId" clId="{A46D4E46-3078-4B3A-90C8-D66EADB6F69B}" dt="2024-05-31T18:42:00.384" v="335" actId="931"/>
        <pc:sldMkLst>
          <pc:docMk/>
          <pc:sldMk cId="2255264277" sldId="288"/>
        </pc:sldMkLst>
      </pc:sldChg>
      <pc:sldChg chg="del">
        <pc:chgData name="Irfan Sheikh" userId="d6584adb700a76b5" providerId="LiveId" clId="{A46D4E46-3078-4B3A-90C8-D66EADB6F69B}" dt="2024-05-31T17:45:13.640" v="52" actId="47"/>
        <pc:sldMkLst>
          <pc:docMk/>
          <pc:sldMk cId="2933107376" sldId="288"/>
        </pc:sldMkLst>
      </pc:sldChg>
      <pc:sldChg chg="addSp delSp modSp add mod">
        <pc:chgData name="Irfan Sheikh" userId="d6584adb700a76b5" providerId="LiveId" clId="{A46D4E46-3078-4B3A-90C8-D66EADB6F69B}" dt="2024-05-31T18:42:58.275" v="337" actId="931"/>
        <pc:sldMkLst>
          <pc:docMk/>
          <pc:sldMk cId="117080530" sldId="289"/>
        </pc:sldMkLst>
      </pc:sldChg>
      <pc:sldChg chg="add del">
        <pc:chgData name="Irfan Sheikh" userId="d6584adb700a76b5" providerId="LiveId" clId="{A46D4E46-3078-4B3A-90C8-D66EADB6F69B}" dt="2024-05-31T17:49:04.493" v="117" actId="47"/>
        <pc:sldMkLst>
          <pc:docMk/>
          <pc:sldMk cId="853300986" sldId="289"/>
        </pc:sldMkLst>
      </pc:sldChg>
      <pc:sldChg chg="del">
        <pc:chgData name="Irfan Sheikh" userId="d6584adb700a76b5" providerId="LiveId" clId="{A46D4E46-3078-4B3A-90C8-D66EADB6F69B}" dt="2024-05-31T17:45:14.039" v="53" actId="47"/>
        <pc:sldMkLst>
          <pc:docMk/>
          <pc:sldMk cId="1083617985" sldId="289"/>
        </pc:sldMkLst>
      </pc:sldChg>
    </pc:docChg>
  </pc:docChgLst>
  <pc:docChgLst>
    <pc:chgData name="Irfan Sheikh" userId="d6584adb700a76b5" providerId="LiveId" clId="{2946418A-13DB-4BA3-A5A7-50128E36CA7D}"/>
    <pc:docChg chg="custSel addSld delSld modSld modMainMaster">
      <pc:chgData name="Irfan Sheikh" userId="d6584adb700a76b5" providerId="LiveId" clId="{2946418A-13DB-4BA3-A5A7-50128E36CA7D}" dt="2024-01-23T10:59:08.347" v="266"/>
      <pc:docMkLst>
        <pc:docMk/>
      </pc:docMkLst>
      <pc:sldChg chg="setBg">
        <pc:chgData name="Irfan Sheikh" userId="d6584adb700a76b5" providerId="LiveId" clId="{2946418A-13DB-4BA3-A5A7-50128E36CA7D}" dt="2024-01-23T10:59:08.347" v="266"/>
        <pc:sldMkLst>
          <pc:docMk/>
          <pc:sldMk cId="0" sldId="256"/>
        </pc:sldMkLst>
      </pc:sldChg>
      <pc:sldChg chg="addSp delSp modSp">
        <pc:chgData name="Irfan Sheikh" userId="d6584adb700a76b5" providerId="LiveId" clId="{2946418A-13DB-4BA3-A5A7-50128E36CA7D}" dt="2024-01-07T13:00:35.864" v="1" actId="931"/>
        <pc:sldMkLst>
          <pc:docMk/>
          <pc:sldMk cId="1444509090" sldId="286"/>
        </pc:sldMkLst>
      </pc:sldChg>
      <pc:sldChg chg="addSp delSp modSp">
        <pc:chgData name="Irfan Sheikh" userId="d6584adb700a76b5" providerId="LiveId" clId="{2946418A-13DB-4BA3-A5A7-50128E36CA7D}" dt="2024-01-07T13:00:48.009" v="3" actId="931"/>
        <pc:sldMkLst>
          <pc:docMk/>
          <pc:sldMk cId="2154260670" sldId="287"/>
        </pc:sldMkLst>
      </pc:sldChg>
      <pc:sldChg chg="addSp delSp modSp">
        <pc:chgData name="Irfan Sheikh" userId="d6584adb700a76b5" providerId="LiveId" clId="{2946418A-13DB-4BA3-A5A7-50128E36CA7D}" dt="2024-01-07T13:00:59.847" v="5" actId="931"/>
        <pc:sldMkLst>
          <pc:docMk/>
          <pc:sldMk cId="941229530" sldId="288"/>
        </pc:sldMkLst>
      </pc:sldChg>
      <pc:sldChg chg="addSp delSp modSp mod">
        <pc:chgData name="Irfan Sheikh" userId="d6584adb700a76b5" providerId="LiveId" clId="{2946418A-13DB-4BA3-A5A7-50128E36CA7D}" dt="2024-01-09T04:23:28.859" v="19" actId="931"/>
        <pc:sldMkLst>
          <pc:docMk/>
          <pc:sldMk cId="3984198985" sldId="289"/>
        </pc:sldMkLst>
      </pc:sldChg>
      <pc:sldChg chg="addSp delSp modSp add mod">
        <pc:chgData name="Irfan Sheikh" userId="d6584adb700a76b5" providerId="LiveId" clId="{2946418A-13DB-4BA3-A5A7-50128E36CA7D}" dt="2024-01-09T04:23:45.804" v="21" actId="931"/>
        <pc:sldMkLst>
          <pc:docMk/>
          <pc:sldMk cId="4030263053" sldId="290"/>
        </pc:sldMkLst>
      </pc:sldChg>
      <pc:sldChg chg="addSp delSp modSp add mod">
        <pc:chgData name="Irfan Sheikh" userId="d6584adb700a76b5" providerId="LiveId" clId="{2946418A-13DB-4BA3-A5A7-50128E36CA7D}" dt="2024-01-09T04:23:57.678" v="23" actId="931"/>
        <pc:sldMkLst>
          <pc:docMk/>
          <pc:sldMk cId="3336677282" sldId="291"/>
        </pc:sldMkLst>
      </pc:sldChg>
      <pc:sldChg chg="addSp delSp modSp add mod">
        <pc:chgData name="Irfan Sheikh" userId="d6584adb700a76b5" providerId="LiveId" clId="{2946418A-13DB-4BA3-A5A7-50128E36CA7D}" dt="2024-01-10T04:39:28.121" v="37" actId="931"/>
        <pc:sldMkLst>
          <pc:docMk/>
          <pc:sldMk cId="3708554815" sldId="292"/>
        </pc:sldMkLst>
      </pc:sldChg>
      <pc:sldChg chg="addSp delSp modSp add mod">
        <pc:chgData name="Irfan Sheikh" userId="d6584adb700a76b5" providerId="LiveId" clId="{2946418A-13DB-4BA3-A5A7-50128E36CA7D}" dt="2024-01-10T04:39:42.124" v="39" actId="931"/>
        <pc:sldMkLst>
          <pc:docMk/>
          <pc:sldMk cId="844830540" sldId="293"/>
        </pc:sldMkLst>
      </pc:sldChg>
      <pc:sldChg chg="addSp delSp modSp add mod">
        <pc:chgData name="Irfan Sheikh" userId="d6584adb700a76b5" providerId="LiveId" clId="{2946418A-13DB-4BA3-A5A7-50128E36CA7D}" dt="2024-01-10T04:39:58.625" v="41" actId="931"/>
        <pc:sldMkLst>
          <pc:docMk/>
          <pc:sldMk cId="2669409539" sldId="294"/>
        </pc:sldMkLst>
      </pc:sldChg>
      <pc:sldChg chg="addSp delSp modSp add mod">
        <pc:chgData name="Irfan Sheikh" userId="d6584adb700a76b5" providerId="LiveId" clId="{2946418A-13DB-4BA3-A5A7-50128E36CA7D}" dt="2024-01-10T15:33:04.472" v="55" actId="931"/>
        <pc:sldMkLst>
          <pc:docMk/>
          <pc:sldMk cId="204431972" sldId="295"/>
        </pc:sldMkLst>
      </pc:sldChg>
      <pc:sldChg chg="addSp delSp modSp add mod">
        <pc:chgData name="Irfan Sheikh" userId="d6584adb700a76b5" providerId="LiveId" clId="{2946418A-13DB-4BA3-A5A7-50128E36CA7D}" dt="2024-01-10T15:33:18.293" v="57" actId="931"/>
        <pc:sldMkLst>
          <pc:docMk/>
          <pc:sldMk cId="1299253864" sldId="296"/>
        </pc:sldMkLst>
      </pc:sldChg>
      <pc:sldChg chg="addSp delSp modSp add mod">
        <pc:chgData name="Irfan Sheikh" userId="d6584adb700a76b5" providerId="LiveId" clId="{2946418A-13DB-4BA3-A5A7-50128E36CA7D}" dt="2024-01-10T15:33:32.604" v="59" actId="931"/>
        <pc:sldMkLst>
          <pc:docMk/>
          <pc:sldMk cId="3652295507" sldId="297"/>
        </pc:sldMkLst>
      </pc:sldChg>
      <pc:sldChg chg="addSp delSp modSp add mod">
        <pc:chgData name="Irfan Sheikh" userId="d6584adb700a76b5" providerId="LiveId" clId="{2946418A-13DB-4BA3-A5A7-50128E36CA7D}" dt="2024-01-21T11:21:20.336" v="158" actId="931"/>
        <pc:sldMkLst>
          <pc:docMk/>
          <pc:sldMk cId="3889954017" sldId="298"/>
        </pc:sldMkLst>
      </pc:sldChg>
      <pc:sldChg chg="addSp delSp modSp add mod">
        <pc:chgData name="Irfan Sheikh" userId="d6584adb700a76b5" providerId="LiveId" clId="{2946418A-13DB-4BA3-A5A7-50128E36CA7D}" dt="2024-01-11T15:28:31.592" v="75" actId="931"/>
        <pc:sldMkLst>
          <pc:docMk/>
          <pc:sldMk cId="120865669" sldId="299"/>
        </pc:sldMkLst>
      </pc:sldChg>
      <pc:sldChg chg="addSp delSp modSp add mod">
        <pc:chgData name="Irfan Sheikh" userId="d6584adb700a76b5" providerId="LiveId" clId="{2946418A-13DB-4BA3-A5A7-50128E36CA7D}" dt="2024-01-11T15:28:48.355" v="77" actId="931"/>
        <pc:sldMkLst>
          <pc:docMk/>
          <pc:sldMk cId="3305357954" sldId="300"/>
        </pc:sldMkLst>
      </pc:sldChg>
      <pc:sldChg chg="addSp delSp modSp add mod">
        <pc:chgData name="Irfan Sheikh" userId="d6584adb700a76b5" providerId="LiveId" clId="{2946418A-13DB-4BA3-A5A7-50128E36CA7D}" dt="2024-01-13T06:09:07.596" v="91" actId="931"/>
        <pc:sldMkLst>
          <pc:docMk/>
          <pc:sldMk cId="379500013" sldId="301"/>
        </pc:sldMkLst>
      </pc:sldChg>
      <pc:sldChg chg="addSp delSp modSp add mod">
        <pc:chgData name="Irfan Sheikh" userId="d6584adb700a76b5" providerId="LiveId" clId="{2946418A-13DB-4BA3-A5A7-50128E36CA7D}" dt="2024-01-13T06:09:19.101" v="93" actId="931"/>
        <pc:sldMkLst>
          <pc:docMk/>
          <pc:sldMk cId="2821998813" sldId="302"/>
        </pc:sldMkLst>
      </pc:sldChg>
      <pc:sldChg chg="addSp delSp modSp add mod">
        <pc:chgData name="Irfan Sheikh" userId="d6584adb700a76b5" providerId="LiveId" clId="{2946418A-13DB-4BA3-A5A7-50128E36CA7D}" dt="2024-01-21T11:20:40.060" v="156"/>
        <pc:sldMkLst>
          <pc:docMk/>
          <pc:sldMk cId="610577434" sldId="303"/>
        </pc:sldMkLst>
      </pc:sldChg>
      <pc:sldChg chg="addSp delSp modSp add mod">
        <pc:chgData name="Irfan Sheikh" userId="d6584adb700a76b5" providerId="LiveId" clId="{2946418A-13DB-4BA3-A5A7-50128E36CA7D}" dt="2024-01-18T05:08:36.832" v="121" actId="931"/>
        <pc:sldMkLst>
          <pc:docMk/>
          <pc:sldMk cId="3703930502" sldId="304"/>
        </pc:sldMkLst>
      </pc:sldChg>
      <pc:sldChg chg="addSp delSp modSp add mod">
        <pc:chgData name="Irfan Sheikh" userId="d6584adb700a76b5" providerId="LiveId" clId="{2946418A-13DB-4BA3-A5A7-50128E36CA7D}" dt="2024-01-18T05:09:01.061" v="125" actId="931"/>
        <pc:sldMkLst>
          <pc:docMk/>
          <pc:sldMk cId="3701819717" sldId="305"/>
        </pc:sldMkLst>
      </pc:sldChg>
      <pc:sldChg chg="addSp delSp modSp add mod">
        <pc:chgData name="Irfan Sheikh" userId="d6584adb700a76b5" providerId="LiveId" clId="{2946418A-13DB-4BA3-A5A7-50128E36CA7D}" dt="2024-01-18T05:10:55.472" v="127" actId="931"/>
        <pc:sldMkLst>
          <pc:docMk/>
          <pc:sldMk cId="2032959111" sldId="306"/>
        </pc:sldMkLst>
      </pc:sldChg>
      <pc:sldChg chg="addSp delSp modSp add mod">
        <pc:chgData name="Irfan Sheikh" userId="d6584adb700a76b5" providerId="LiveId" clId="{2946418A-13DB-4BA3-A5A7-50128E36CA7D}" dt="2024-01-18T05:11:10.061" v="129" actId="931"/>
        <pc:sldMkLst>
          <pc:docMk/>
          <pc:sldMk cId="1371703110" sldId="307"/>
        </pc:sldMkLst>
      </pc:sldChg>
      <pc:sldChg chg="addSp delSp modSp add mod">
        <pc:chgData name="Irfan Sheikh" userId="d6584adb700a76b5" providerId="LiveId" clId="{2946418A-13DB-4BA3-A5A7-50128E36CA7D}" dt="2024-01-18T05:11:26.520" v="131" actId="931"/>
        <pc:sldMkLst>
          <pc:docMk/>
          <pc:sldMk cId="3952171804" sldId="308"/>
        </pc:sldMkLst>
      </pc:sldChg>
      <pc:sldChg chg="add del">
        <pc:chgData name="Irfan Sheikh" userId="d6584adb700a76b5" providerId="LiveId" clId="{2946418A-13DB-4BA3-A5A7-50128E36CA7D}" dt="2024-01-18T05:02:58.605" v="119" actId="2696"/>
        <pc:sldMkLst>
          <pc:docMk/>
          <pc:sldMk cId="1252339580" sldId="309"/>
        </pc:sldMkLst>
      </pc:sldChg>
      <pc:sldChg chg="add">
        <pc:chgData name="Irfan Sheikh" userId="d6584adb700a76b5" providerId="LiveId" clId="{2946418A-13DB-4BA3-A5A7-50128E36CA7D}" dt="2024-01-18T05:00:30.165" v="99"/>
        <pc:sldMkLst>
          <pc:docMk/>
          <pc:sldMk cId="3269382690" sldId="310"/>
        </pc:sldMkLst>
      </pc:sldChg>
      <pc:sldChg chg="addSp delSp modSp add mod">
        <pc:chgData name="Irfan Sheikh" userId="d6584adb700a76b5" providerId="LiveId" clId="{2946418A-13DB-4BA3-A5A7-50128E36CA7D}" dt="2024-01-18T05:08:47.806" v="123" actId="931"/>
        <pc:sldMkLst>
          <pc:docMk/>
          <pc:sldMk cId="2215130992" sldId="311"/>
        </pc:sldMkLst>
      </pc:sldChg>
      <pc:sldChg chg="addSp delSp modSp">
        <pc:chgData name="Irfan Sheikh" userId="d6584adb700a76b5" providerId="LiveId" clId="{2946418A-13DB-4BA3-A5A7-50128E36CA7D}" dt="2024-01-21T11:21:51.995" v="160" actId="931"/>
        <pc:sldMkLst>
          <pc:docMk/>
          <pc:sldMk cId="165239676" sldId="317"/>
        </pc:sldMkLst>
      </pc:sldChg>
      <pc:sldChg chg="addSp delSp modSp add">
        <pc:chgData name="Irfan Sheikh" userId="d6584adb700a76b5" providerId="LiveId" clId="{2946418A-13DB-4BA3-A5A7-50128E36CA7D}" dt="2024-01-21T11:22:05.763" v="162" actId="931"/>
        <pc:sldMkLst>
          <pc:docMk/>
          <pc:sldMk cId="582344766" sldId="318"/>
        </pc:sldMkLst>
      </pc:sldChg>
      <pc:sldChg chg="addSp delSp modSp add">
        <pc:chgData name="Irfan Sheikh" userId="d6584adb700a76b5" providerId="LiveId" clId="{2946418A-13DB-4BA3-A5A7-50128E36CA7D}" dt="2024-01-21T11:22:19.937" v="164" actId="931"/>
        <pc:sldMkLst>
          <pc:docMk/>
          <pc:sldMk cId="1794506900" sldId="319"/>
        </pc:sldMkLst>
      </pc:sldChg>
      <pc:sldChg chg="addSp delSp modSp add">
        <pc:chgData name="Irfan Sheikh" userId="d6584adb700a76b5" providerId="LiveId" clId="{2946418A-13DB-4BA3-A5A7-50128E36CA7D}" dt="2024-01-21T11:22:48.275" v="166" actId="931"/>
        <pc:sldMkLst>
          <pc:docMk/>
          <pc:sldMk cId="509809918" sldId="320"/>
        </pc:sldMkLst>
      </pc:sldChg>
      <pc:sldChg chg="addSp delSp modSp add">
        <pc:chgData name="Irfan Sheikh" userId="d6584adb700a76b5" providerId="LiveId" clId="{2946418A-13DB-4BA3-A5A7-50128E36CA7D}" dt="2024-01-21T11:23:09.500" v="168" actId="931"/>
        <pc:sldMkLst>
          <pc:docMk/>
          <pc:sldMk cId="883606402" sldId="321"/>
        </pc:sldMkLst>
      </pc:sldChg>
      <pc:sldChg chg="addSp delSp modSp add">
        <pc:chgData name="Irfan Sheikh" userId="d6584adb700a76b5" providerId="LiveId" clId="{2946418A-13DB-4BA3-A5A7-50128E36CA7D}" dt="2024-01-21T11:25:30.034" v="170" actId="931"/>
        <pc:sldMkLst>
          <pc:docMk/>
          <pc:sldMk cId="1774811735" sldId="322"/>
        </pc:sldMkLst>
      </pc:sldChg>
      <pc:sldChg chg="addSp delSp modSp add">
        <pc:chgData name="Irfan Sheikh" userId="d6584adb700a76b5" providerId="LiveId" clId="{2946418A-13DB-4BA3-A5A7-50128E36CA7D}" dt="2024-01-21T11:25:58.383" v="172" actId="931"/>
        <pc:sldMkLst>
          <pc:docMk/>
          <pc:sldMk cId="3470875916" sldId="323"/>
        </pc:sldMkLst>
      </pc:sldChg>
      <pc:sldChg chg="addSp delSp modSp add">
        <pc:chgData name="Irfan Sheikh" userId="d6584adb700a76b5" providerId="LiveId" clId="{2946418A-13DB-4BA3-A5A7-50128E36CA7D}" dt="2024-01-21T11:26:14.626" v="174" actId="931"/>
        <pc:sldMkLst>
          <pc:docMk/>
          <pc:sldMk cId="755580464" sldId="324"/>
        </pc:sldMkLst>
      </pc:sldChg>
      <pc:sldChg chg="addSp delSp modSp add">
        <pc:chgData name="Irfan Sheikh" userId="d6584adb700a76b5" providerId="LiveId" clId="{2946418A-13DB-4BA3-A5A7-50128E36CA7D}" dt="2024-01-21T11:26:34.705" v="176" actId="931"/>
        <pc:sldMkLst>
          <pc:docMk/>
          <pc:sldMk cId="693988222" sldId="325"/>
        </pc:sldMkLst>
      </pc:sldChg>
      <pc:sldChg chg="addSp delSp modSp add">
        <pc:chgData name="Irfan Sheikh" userId="d6584adb700a76b5" providerId="LiveId" clId="{2946418A-13DB-4BA3-A5A7-50128E36CA7D}" dt="2024-01-21T11:27:02.658" v="178" actId="931"/>
        <pc:sldMkLst>
          <pc:docMk/>
          <pc:sldMk cId="1231501324" sldId="326"/>
        </pc:sldMkLst>
      </pc:sldChg>
      <pc:sldChg chg="addSp delSp modSp add">
        <pc:chgData name="Irfan Sheikh" userId="d6584adb700a76b5" providerId="LiveId" clId="{2946418A-13DB-4BA3-A5A7-50128E36CA7D}" dt="2024-01-21T11:27:22.403" v="180" actId="931"/>
        <pc:sldMkLst>
          <pc:docMk/>
          <pc:sldMk cId="1681459967" sldId="327"/>
        </pc:sldMkLst>
      </pc:sldChg>
      <pc:sldChg chg="addSp delSp modSp add">
        <pc:chgData name="Irfan Sheikh" userId="d6584adb700a76b5" providerId="LiveId" clId="{2946418A-13DB-4BA3-A5A7-50128E36CA7D}" dt="2024-01-21T11:27:48.943" v="182" actId="931"/>
        <pc:sldMkLst>
          <pc:docMk/>
          <pc:sldMk cId="824209737" sldId="328"/>
        </pc:sldMkLst>
      </pc:sldChg>
      <pc:sldChg chg="addSp delSp modSp add">
        <pc:chgData name="Irfan Sheikh" userId="d6584adb700a76b5" providerId="LiveId" clId="{2946418A-13DB-4BA3-A5A7-50128E36CA7D}" dt="2024-01-21T11:28:14.717" v="184" actId="931"/>
        <pc:sldMkLst>
          <pc:docMk/>
          <pc:sldMk cId="265270716" sldId="329"/>
        </pc:sldMkLst>
      </pc:sldChg>
      <pc:sldChg chg="addSp delSp modSp add">
        <pc:chgData name="Irfan Sheikh" userId="d6584adb700a76b5" providerId="LiveId" clId="{2946418A-13DB-4BA3-A5A7-50128E36CA7D}" dt="2024-01-21T11:28:29.386" v="186" actId="931"/>
        <pc:sldMkLst>
          <pc:docMk/>
          <pc:sldMk cId="3847557765" sldId="330"/>
        </pc:sldMkLst>
      </pc:sldChg>
      <pc:sldChg chg="addSp delSp modSp add">
        <pc:chgData name="Irfan Sheikh" userId="d6584adb700a76b5" providerId="LiveId" clId="{2946418A-13DB-4BA3-A5A7-50128E36CA7D}" dt="2024-01-21T11:41:17.577" v="188" actId="931"/>
        <pc:sldMkLst>
          <pc:docMk/>
          <pc:sldMk cId="2745046512" sldId="331"/>
        </pc:sldMkLst>
      </pc:sldChg>
      <pc:sldChg chg="addSp delSp modSp add">
        <pc:chgData name="Irfan Sheikh" userId="d6584adb700a76b5" providerId="LiveId" clId="{2946418A-13DB-4BA3-A5A7-50128E36CA7D}" dt="2024-01-21T11:47:46.750" v="190" actId="931"/>
        <pc:sldMkLst>
          <pc:docMk/>
          <pc:sldMk cId="927770405" sldId="332"/>
        </pc:sldMkLst>
      </pc:sldChg>
      <pc:sldChg chg="addSp delSp modSp add">
        <pc:chgData name="Irfan Sheikh" userId="d6584adb700a76b5" providerId="LiveId" clId="{2946418A-13DB-4BA3-A5A7-50128E36CA7D}" dt="2024-01-21T11:48:15.595" v="192" actId="931"/>
        <pc:sldMkLst>
          <pc:docMk/>
          <pc:sldMk cId="2296842696" sldId="333"/>
        </pc:sldMkLst>
      </pc:sldChg>
      <pc:sldChg chg="addSp delSp modSp add">
        <pc:chgData name="Irfan Sheikh" userId="d6584adb700a76b5" providerId="LiveId" clId="{2946418A-13DB-4BA3-A5A7-50128E36CA7D}" dt="2024-01-21T11:48:43.063" v="194" actId="931"/>
        <pc:sldMkLst>
          <pc:docMk/>
          <pc:sldMk cId="2831644676" sldId="334"/>
        </pc:sldMkLst>
      </pc:sldChg>
      <pc:sldChg chg="addSp delSp modSp add">
        <pc:chgData name="Irfan Sheikh" userId="d6584adb700a76b5" providerId="LiveId" clId="{2946418A-13DB-4BA3-A5A7-50128E36CA7D}" dt="2024-01-21T11:49:06.090" v="196" actId="931"/>
        <pc:sldMkLst>
          <pc:docMk/>
          <pc:sldMk cId="2955790880" sldId="335"/>
        </pc:sldMkLst>
      </pc:sldChg>
      <pc:sldChg chg="addSp delSp modSp add">
        <pc:chgData name="Irfan Sheikh" userId="d6584adb700a76b5" providerId="LiveId" clId="{2946418A-13DB-4BA3-A5A7-50128E36CA7D}" dt="2024-01-21T11:49:21.063" v="198" actId="931"/>
        <pc:sldMkLst>
          <pc:docMk/>
          <pc:sldMk cId="2491614769" sldId="336"/>
        </pc:sldMkLst>
      </pc:sldChg>
      <pc:sldChg chg="addSp delSp modSp add">
        <pc:chgData name="Irfan Sheikh" userId="d6584adb700a76b5" providerId="LiveId" clId="{2946418A-13DB-4BA3-A5A7-50128E36CA7D}" dt="2024-01-21T11:49:36.799" v="200" actId="931"/>
        <pc:sldMkLst>
          <pc:docMk/>
          <pc:sldMk cId="1460396263" sldId="337"/>
        </pc:sldMkLst>
      </pc:sldChg>
      <pc:sldChg chg="addSp delSp modSp add">
        <pc:chgData name="Irfan Sheikh" userId="d6584adb700a76b5" providerId="LiveId" clId="{2946418A-13DB-4BA3-A5A7-50128E36CA7D}" dt="2024-01-21T11:49:52.671" v="202" actId="931"/>
        <pc:sldMkLst>
          <pc:docMk/>
          <pc:sldMk cId="527692185" sldId="338"/>
        </pc:sldMkLst>
      </pc:sldChg>
      <pc:sldMasterChg chg="setBg modSldLayout">
        <pc:chgData name="Irfan Sheikh" userId="d6584adb700a76b5" providerId="LiveId" clId="{2946418A-13DB-4BA3-A5A7-50128E36CA7D}" dt="2024-01-23T10:59:08.347" v="266"/>
        <pc:sldMasterMkLst>
          <pc:docMk/>
          <pc:sldMasterMk cId="0" sldId="2147483648"/>
        </pc:sldMasterMkLst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Irfan Sheikh" userId="d6584adb700a76b5" providerId="LiveId" clId="{6B2C6865-D6D3-4CD4-8327-DE7FB71CDDC4}"/>
    <pc:docChg chg="custSel addSld delSld modSld">
      <pc:chgData name="Irfan Sheikh" userId="d6584adb700a76b5" providerId="LiveId" clId="{6B2C6865-D6D3-4CD4-8327-DE7FB71CDDC4}" dt="2025-02-11T06:12:26.936" v="46" actId="931"/>
      <pc:docMkLst>
        <pc:docMk/>
      </pc:docMkLst>
      <pc:sldChg chg="modSp mod">
        <pc:chgData name="Irfan Sheikh" userId="d6584adb700a76b5" providerId="LiveId" clId="{6B2C6865-D6D3-4CD4-8327-DE7FB71CDDC4}" dt="2025-02-11T03:47:26.761" v="35" actId="20577"/>
        <pc:sldMkLst>
          <pc:docMk/>
          <pc:sldMk cId="0" sldId="256"/>
        </pc:sldMkLst>
        <pc:spChg chg="mod">
          <ac:chgData name="Irfan Sheikh" userId="d6584adb700a76b5" providerId="LiveId" clId="{6B2C6865-D6D3-4CD4-8327-DE7FB71CDDC4}" dt="2025-02-11T03:45:54.916" v="2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Irfan Sheikh" userId="d6584adb700a76b5" providerId="LiveId" clId="{6B2C6865-D6D3-4CD4-8327-DE7FB71CDDC4}" dt="2025-02-11T03:47:26.761" v="35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Irfan Sheikh" userId="d6584adb700a76b5" providerId="LiveId" clId="{6B2C6865-D6D3-4CD4-8327-DE7FB71CDDC4}" dt="2025-02-11T03:37:38.148" v="21" actId="931"/>
        <pc:sldMkLst>
          <pc:docMk/>
          <pc:sldMk cId="3557311129" sldId="289"/>
        </pc:sldMkLst>
      </pc:sldChg>
      <pc:sldChg chg="addSp delSp modSp mod">
        <pc:chgData name="Irfan Sheikh" userId="d6584adb700a76b5" providerId="LiveId" clId="{6B2C6865-D6D3-4CD4-8327-DE7FB71CDDC4}" dt="2025-02-11T06:06:33.263" v="41" actId="931"/>
        <pc:sldMkLst>
          <pc:docMk/>
          <pc:sldMk cId="3487784296" sldId="290"/>
        </pc:sldMkLst>
      </pc:sldChg>
      <pc:sldChg chg="addSp delSp modSp mod">
        <pc:chgData name="Irfan Sheikh" userId="d6584adb700a76b5" providerId="LiveId" clId="{6B2C6865-D6D3-4CD4-8327-DE7FB71CDDC4}" dt="2025-02-11T06:04:18.611" v="38"/>
        <pc:sldMkLst>
          <pc:docMk/>
          <pc:sldMk cId="881888503" sldId="291"/>
        </pc:sldMkLst>
      </pc:sldChg>
      <pc:sldChg chg="addSp delSp modSp add mod">
        <pc:chgData name="Irfan Sheikh" userId="d6584adb700a76b5" providerId="LiveId" clId="{6B2C6865-D6D3-4CD4-8327-DE7FB71CDDC4}" dt="2025-02-11T06:12:26.936" v="46" actId="931"/>
        <pc:sldMkLst>
          <pc:docMk/>
          <pc:sldMk cId="962958218" sldId="292"/>
        </pc:sldMkLst>
      </pc:sldChg>
      <pc:sldChg chg="addSp delSp modSp del mod">
        <pc:chgData name="Irfan Sheikh" userId="d6584adb700a76b5" providerId="LiveId" clId="{6B2C6865-D6D3-4CD4-8327-DE7FB71CDDC4}" dt="2025-02-11T03:38:12.004" v="26" actId="2696"/>
        <pc:sldMkLst>
          <pc:docMk/>
          <pc:sldMk cId="1965510546" sldId="292"/>
        </pc:sldMkLst>
      </pc:sldChg>
      <pc:sldChg chg="del">
        <pc:chgData name="Irfan Sheikh" userId="d6584adb700a76b5" providerId="LiveId" clId="{6B2C6865-D6D3-4CD4-8327-DE7FB71CDDC4}" dt="2025-02-11T03:38:14.486" v="27" actId="2696"/>
        <pc:sldMkLst>
          <pc:docMk/>
          <pc:sldMk cId="1661413458" sldId="293"/>
        </pc:sldMkLst>
      </pc:sldChg>
      <pc:sldChg chg="del">
        <pc:chgData name="Irfan Sheikh" userId="d6584adb700a76b5" providerId="LiveId" clId="{6B2C6865-D6D3-4CD4-8327-DE7FB71CDDC4}" dt="2025-02-11T03:36:49.515" v="2" actId="2696"/>
        <pc:sldMkLst>
          <pc:docMk/>
          <pc:sldMk cId="2171327498" sldId="294"/>
        </pc:sldMkLst>
      </pc:sldChg>
    </pc:docChg>
  </pc:docChgLst>
  <pc:docChgLst>
    <pc:chgData name="Irfan Sheikh" userId="d6584adb700a76b5" providerId="LiveId" clId="{5CEDE0EF-BEAC-4AE3-8562-6F64C8286551}"/>
    <pc:docChg chg="custSel addSld delSld modSld">
      <pc:chgData name="Irfan Sheikh" userId="d6584adb700a76b5" providerId="LiveId" clId="{5CEDE0EF-BEAC-4AE3-8562-6F64C8286551}" dt="2025-03-03T17:04:58.816" v="23"/>
      <pc:docMkLst>
        <pc:docMk/>
      </pc:docMkLst>
      <pc:sldChg chg="modSp mod">
        <pc:chgData name="Irfan Sheikh" userId="d6584adb700a76b5" providerId="LiveId" clId="{5CEDE0EF-BEAC-4AE3-8562-6F64C8286551}" dt="2025-03-03T17:00:08.656" v="16" actId="20577"/>
        <pc:sldMkLst>
          <pc:docMk/>
          <pc:sldMk cId="0" sldId="256"/>
        </pc:sldMkLst>
        <pc:spChg chg="mod">
          <ac:chgData name="Irfan Sheikh" userId="d6584adb700a76b5" providerId="LiveId" clId="{5CEDE0EF-BEAC-4AE3-8562-6F64C8286551}" dt="2025-03-03T17:00:02.404" v="1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Irfan Sheikh" userId="d6584adb700a76b5" providerId="LiveId" clId="{5CEDE0EF-BEAC-4AE3-8562-6F64C8286551}" dt="2025-03-03T17:00:08.656" v="16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Irfan Sheikh" userId="d6584adb700a76b5" providerId="LiveId" clId="{5CEDE0EF-BEAC-4AE3-8562-6F64C8286551}" dt="2025-03-03T17:00:12.724" v="17" actId="478"/>
        <pc:sldMkLst>
          <pc:docMk/>
          <pc:sldMk cId="3557311129" sldId="289"/>
        </pc:sldMkLst>
        <pc:spChg chg="add mod">
          <ac:chgData name="Irfan Sheikh" userId="d6584adb700a76b5" providerId="LiveId" clId="{5CEDE0EF-BEAC-4AE3-8562-6F64C8286551}" dt="2025-03-03T16:59:54.911" v="0" actId="478"/>
          <ac:spMkLst>
            <pc:docMk/>
            <pc:sldMk cId="3557311129" sldId="289"/>
            <ac:spMk id="4" creationId="{B74A66EB-F820-86CB-ED68-4909BA5A0E45}"/>
          </ac:spMkLst>
        </pc:spChg>
        <pc:spChg chg="add mod">
          <ac:chgData name="Irfan Sheikh" userId="d6584adb700a76b5" providerId="LiveId" clId="{5CEDE0EF-BEAC-4AE3-8562-6F64C8286551}" dt="2025-03-03T17:00:12.724" v="17" actId="478"/>
          <ac:spMkLst>
            <pc:docMk/>
            <pc:sldMk cId="3557311129" sldId="289"/>
            <ac:spMk id="6" creationId="{9315E6C5-DCBE-CC95-1F68-0B1033C5353F}"/>
          </ac:spMkLst>
        </pc:spChg>
        <pc:picChg chg="del">
          <ac:chgData name="Irfan Sheikh" userId="d6584adb700a76b5" providerId="LiveId" clId="{5CEDE0EF-BEAC-4AE3-8562-6F64C8286551}" dt="2025-03-03T16:59:54.911" v="0" actId="478"/>
          <ac:picMkLst>
            <pc:docMk/>
            <pc:sldMk cId="3557311129" sldId="289"/>
            <ac:picMk id="10" creationId="{CAF17F4F-D2DF-1112-84D6-8F6C65AFD350}"/>
          </ac:picMkLst>
        </pc:picChg>
        <pc:picChg chg="del">
          <ac:chgData name="Irfan Sheikh" userId="d6584adb700a76b5" providerId="LiveId" clId="{5CEDE0EF-BEAC-4AE3-8562-6F64C8286551}" dt="2025-03-03T17:00:12.724" v="17" actId="478"/>
          <ac:picMkLst>
            <pc:docMk/>
            <pc:sldMk cId="3557311129" sldId="289"/>
            <ac:picMk id="12" creationId="{E246DC0E-EC73-988A-189D-20DFB829BB8C}"/>
          </ac:picMkLst>
        </pc:picChg>
      </pc:sldChg>
      <pc:sldChg chg="add">
        <pc:chgData name="Irfan Sheikh" userId="d6584adb700a76b5" providerId="LiveId" clId="{5CEDE0EF-BEAC-4AE3-8562-6F64C8286551}" dt="2025-03-03T17:04:57.443" v="21"/>
        <pc:sldMkLst>
          <pc:docMk/>
          <pc:sldMk cId="166657486" sldId="290"/>
        </pc:sldMkLst>
      </pc:sldChg>
      <pc:sldChg chg="del">
        <pc:chgData name="Irfan Sheikh" userId="d6584adb700a76b5" providerId="LiveId" clId="{5CEDE0EF-BEAC-4AE3-8562-6F64C8286551}" dt="2025-03-03T17:00:16.284" v="18" actId="47"/>
        <pc:sldMkLst>
          <pc:docMk/>
          <pc:sldMk cId="3487784296" sldId="290"/>
        </pc:sldMkLst>
      </pc:sldChg>
      <pc:sldChg chg="del">
        <pc:chgData name="Irfan Sheikh" userId="d6584adb700a76b5" providerId="LiveId" clId="{5CEDE0EF-BEAC-4AE3-8562-6F64C8286551}" dt="2025-03-03T17:00:17.869" v="20" actId="47"/>
        <pc:sldMkLst>
          <pc:docMk/>
          <pc:sldMk cId="881888503" sldId="291"/>
        </pc:sldMkLst>
      </pc:sldChg>
      <pc:sldChg chg="add">
        <pc:chgData name="Irfan Sheikh" userId="d6584adb700a76b5" providerId="LiveId" clId="{5CEDE0EF-BEAC-4AE3-8562-6F64C8286551}" dt="2025-03-03T17:04:57.931" v="22"/>
        <pc:sldMkLst>
          <pc:docMk/>
          <pc:sldMk cId="3667427599" sldId="291"/>
        </pc:sldMkLst>
      </pc:sldChg>
      <pc:sldChg chg="del">
        <pc:chgData name="Irfan Sheikh" userId="d6584adb700a76b5" providerId="LiveId" clId="{5CEDE0EF-BEAC-4AE3-8562-6F64C8286551}" dt="2025-03-03T17:00:17.115" v="19" actId="47"/>
        <pc:sldMkLst>
          <pc:docMk/>
          <pc:sldMk cId="962958218" sldId="292"/>
        </pc:sldMkLst>
      </pc:sldChg>
      <pc:sldChg chg="add">
        <pc:chgData name="Irfan Sheikh" userId="d6584adb700a76b5" providerId="LiveId" clId="{5CEDE0EF-BEAC-4AE3-8562-6F64C8286551}" dt="2025-03-03T17:04:58.816" v="23"/>
        <pc:sldMkLst>
          <pc:docMk/>
          <pc:sldMk cId="2869515726" sldId="292"/>
        </pc:sldMkLst>
      </pc:sldChg>
    </pc:docChg>
  </pc:docChgLst>
  <pc:docChgLst>
    <pc:chgData name="Irfan Sheikh" userId="d6584adb700a76b5" providerId="LiveId" clId="{EDDD6B94-9ED8-438A-9867-FD53A284A507}"/>
    <pc:docChg chg="custSel addSld delSld modSld">
      <pc:chgData name="Irfan Sheikh" userId="d6584adb700a76b5" providerId="LiveId" clId="{EDDD6B94-9ED8-438A-9867-FD53A284A507}" dt="2024-03-13T17:34:59.164" v="355" actId="47"/>
      <pc:docMkLst>
        <pc:docMk/>
      </pc:docMkLst>
      <pc:sldChg chg="addSp delSp modSp mod">
        <pc:chgData name="Irfan Sheikh" userId="d6584adb700a76b5" providerId="LiveId" clId="{EDDD6B94-9ED8-438A-9867-FD53A284A507}" dt="2024-03-13T17:14:44.720" v="248" actId="931"/>
        <pc:sldMkLst>
          <pc:docMk/>
          <pc:sldMk cId="1243892205" sldId="264"/>
        </pc:sldMkLst>
      </pc:sldChg>
      <pc:sldChg chg="addSp delSp modSp mod">
        <pc:chgData name="Irfan Sheikh" userId="d6584adb700a76b5" providerId="LiveId" clId="{EDDD6B94-9ED8-438A-9867-FD53A284A507}" dt="2024-03-13T17:15:04.244" v="250" actId="931"/>
        <pc:sldMkLst>
          <pc:docMk/>
          <pc:sldMk cId="483904760" sldId="265"/>
        </pc:sldMkLst>
      </pc:sldChg>
      <pc:sldChg chg="addSp delSp modSp mod">
        <pc:chgData name="Irfan Sheikh" userId="d6584adb700a76b5" providerId="LiveId" clId="{EDDD6B94-9ED8-438A-9867-FD53A284A507}" dt="2024-03-13T17:21:25.347" v="254" actId="931"/>
        <pc:sldMkLst>
          <pc:docMk/>
          <pc:sldMk cId="1807712004" sldId="266"/>
        </pc:sldMkLst>
      </pc:sldChg>
      <pc:sldChg chg="addSp delSp modSp mod">
        <pc:chgData name="Irfan Sheikh" userId="d6584adb700a76b5" providerId="LiveId" clId="{EDDD6B94-9ED8-438A-9867-FD53A284A507}" dt="2024-03-13T17:21:55.721" v="258" actId="931"/>
        <pc:sldMkLst>
          <pc:docMk/>
          <pc:sldMk cId="719521848" sldId="267"/>
        </pc:sldMkLst>
      </pc:sldChg>
      <pc:sldChg chg="addSp delSp modSp mod">
        <pc:chgData name="Irfan Sheikh" userId="d6584adb700a76b5" providerId="LiveId" clId="{EDDD6B94-9ED8-438A-9867-FD53A284A507}" dt="2024-03-13T17:22:30.372" v="262" actId="931"/>
        <pc:sldMkLst>
          <pc:docMk/>
          <pc:sldMk cId="1248118832" sldId="268"/>
        </pc:sldMkLst>
      </pc:sldChg>
      <pc:sldChg chg="addSp delSp modSp mod">
        <pc:chgData name="Irfan Sheikh" userId="d6584adb700a76b5" providerId="LiveId" clId="{EDDD6B94-9ED8-438A-9867-FD53A284A507}" dt="2024-03-13T17:23:17.073" v="266" actId="931"/>
        <pc:sldMkLst>
          <pc:docMk/>
          <pc:sldMk cId="641411179" sldId="269"/>
        </pc:sldMkLst>
      </pc:sldChg>
      <pc:sldChg chg="addSp delSp modSp mod">
        <pc:chgData name="Irfan Sheikh" userId="d6584adb700a76b5" providerId="LiveId" clId="{EDDD6B94-9ED8-438A-9867-FD53A284A507}" dt="2024-03-13T17:23:46.049" v="270" actId="931"/>
        <pc:sldMkLst>
          <pc:docMk/>
          <pc:sldMk cId="1481227129" sldId="270"/>
        </pc:sldMkLst>
      </pc:sldChg>
      <pc:sldChg chg="addSp delSp modSp mod">
        <pc:chgData name="Irfan Sheikh" userId="d6584adb700a76b5" providerId="LiveId" clId="{EDDD6B94-9ED8-438A-9867-FD53A284A507}" dt="2024-03-13T17:24:20.083" v="272" actId="931"/>
        <pc:sldMkLst>
          <pc:docMk/>
          <pc:sldMk cId="2286923795" sldId="271"/>
        </pc:sldMkLst>
      </pc:sldChg>
      <pc:sldChg chg="addSp delSp modSp mod">
        <pc:chgData name="Irfan Sheikh" userId="d6584adb700a76b5" providerId="LiveId" clId="{EDDD6B94-9ED8-438A-9867-FD53A284A507}" dt="2024-03-13T17:24:48.675" v="276" actId="931"/>
        <pc:sldMkLst>
          <pc:docMk/>
          <pc:sldMk cId="1603109570" sldId="272"/>
        </pc:sldMkLst>
      </pc:sldChg>
      <pc:sldChg chg="addSp delSp modSp mod">
        <pc:chgData name="Irfan Sheikh" userId="d6584adb700a76b5" providerId="LiveId" clId="{EDDD6B94-9ED8-438A-9867-FD53A284A507}" dt="2024-03-13T17:25:48.656" v="280" actId="931"/>
        <pc:sldMkLst>
          <pc:docMk/>
          <pc:sldMk cId="4212891980" sldId="273"/>
        </pc:sldMkLst>
      </pc:sldChg>
      <pc:sldChg chg="addSp delSp modSp mod">
        <pc:chgData name="Irfan Sheikh" userId="d6584adb700a76b5" providerId="LiveId" clId="{EDDD6B94-9ED8-438A-9867-FD53A284A507}" dt="2024-03-13T17:26:40.125" v="284" actId="931"/>
        <pc:sldMkLst>
          <pc:docMk/>
          <pc:sldMk cId="1850874519" sldId="274"/>
        </pc:sldMkLst>
      </pc:sldChg>
      <pc:sldChg chg="addSp delSp modSp mod">
        <pc:chgData name="Irfan Sheikh" userId="d6584adb700a76b5" providerId="LiveId" clId="{EDDD6B94-9ED8-438A-9867-FD53A284A507}" dt="2024-03-13T17:27:47.991" v="288" actId="931"/>
        <pc:sldMkLst>
          <pc:docMk/>
          <pc:sldMk cId="274968530" sldId="275"/>
        </pc:sldMkLst>
      </pc:sldChg>
      <pc:sldChg chg="addSp delSp modSp mod">
        <pc:chgData name="Irfan Sheikh" userId="d6584adb700a76b5" providerId="LiveId" clId="{EDDD6B94-9ED8-438A-9867-FD53A284A507}" dt="2024-03-13T17:28:21.538" v="292" actId="931"/>
        <pc:sldMkLst>
          <pc:docMk/>
          <pc:sldMk cId="2833444309" sldId="276"/>
        </pc:sldMkLst>
      </pc:sldChg>
      <pc:sldChg chg="addSp delSp modSp mod">
        <pc:chgData name="Irfan Sheikh" userId="d6584adb700a76b5" providerId="LiveId" clId="{EDDD6B94-9ED8-438A-9867-FD53A284A507}" dt="2024-03-13T17:28:53.177" v="296" actId="931"/>
        <pc:sldMkLst>
          <pc:docMk/>
          <pc:sldMk cId="3866421504" sldId="277"/>
        </pc:sldMkLst>
      </pc:sldChg>
      <pc:sldChg chg="addSp delSp modSp mod">
        <pc:chgData name="Irfan Sheikh" userId="d6584adb700a76b5" providerId="LiveId" clId="{EDDD6B94-9ED8-438A-9867-FD53A284A507}" dt="2024-03-13T17:29:15.107" v="300" actId="931"/>
        <pc:sldMkLst>
          <pc:docMk/>
          <pc:sldMk cId="130167140" sldId="278"/>
        </pc:sldMkLst>
      </pc:sldChg>
      <pc:sldChg chg="addSp delSp modSp mod">
        <pc:chgData name="Irfan Sheikh" userId="d6584adb700a76b5" providerId="LiveId" clId="{EDDD6B94-9ED8-438A-9867-FD53A284A507}" dt="2024-03-13T17:29:32.090" v="302" actId="931"/>
        <pc:sldMkLst>
          <pc:docMk/>
          <pc:sldMk cId="2784355380" sldId="279"/>
        </pc:sldMkLst>
      </pc:sldChg>
      <pc:sldChg chg="addSp delSp modSp mod">
        <pc:chgData name="Irfan Sheikh" userId="d6584adb700a76b5" providerId="LiveId" clId="{EDDD6B94-9ED8-438A-9867-FD53A284A507}" dt="2024-03-13T17:29:58.213" v="306" actId="931"/>
        <pc:sldMkLst>
          <pc:docMk/>
          <pc:sldMk cId="544596630" sldId="280"/>
        </pc:sldMkLst>
      </pc:sldChg>
      <pc:sldChg chg="addSp delSp modSp mod">
        <pc:chgData name="Irfan Sheikh" userId="d6584adb700a76b5" providerId="LiveId" clId="{EDDD6B94-9ED8-438A-9867-FD53A284A507}" dt="2024-03-13T17:30:22.670" v="310" actId="931"/>
        <pc:sldMkLst>
          <pc:docMk/>
          <pc:sldMk cId="178219835" sldId="281"/>
        </pc:sldMkLst>
      </pc:sldChg>
      <pc:sldChg chg="addSp delSp modSp mod">
        <pc:chgData name="Irfan Sheikh" userId="d6584adb700a76b5" providerId="LiveId" clId="{EDDD6B94-9ED8-438A-9867-FD53A284A507}" dt="2024-03-13T17:31:03.760" v="314" actId="931"/>
        <pc:sldMkLst>
          <pc:docMk/>
          <pc:sldMk cId="2443070866" sldId="282"/>
        </pc:sldMkLst>
      </pc:sldChg>
      <pc:sldChg chg="addSp delSp modSp mod">
        <pc:chgData name="Irfan Sheikh" userId="d6584adb700a76b5" providerId="LiveId" clId="{EDDD6B94-9ED8-438A-9867-FD53A284A507}" dt="2024-03-13T17:32:47.015" v="318" actId="931"/>
        <pc:sldMkLst>
          <pc:docMk/>
          <pc:sldMk cId="455564623" sldId="283"/>
        </pc:sldMkLst>
      </pc:sldChg>
      <pc:sldChg chg="addSp delSp modSp mod">
        <pc:chgData name="Irfan Sheikh" userId="d6584adb700a76b5" providerId="LiveId" clId="{EDDD6B94-9ED8-438A-9867-FD53A284A507}" dt="2024-03-13T17:33:26.487" v="324" actId="931"/>
        <pc:sldMkLst>
          <pc:docMk/>
          <pc:sldMk cId="2451383250" sldId="284"/>
        </pc:sldMkLst>
      </pc:sldChg>
      <pc:sldChg chg="addSp delSp modSp mod">
        <pc:chgData name="Irfan Sheikh" userId="d6584adb700a76b5" providerId="LiveId" clId="{EDDD6B94-9ED8-438A-9867-FD53A284A507}" dt="2024-03-13T17:33:49.617" v="326" actId="931"/>
        <pc:sldMkLst>
          <pc:docMk/>
          <pc:sldMk cId="1447928717" sldId="285"/>
        </pc:sldMkLst>
      </pc:sldChg>
      <pc:sldChg chg="addSp delSp modSp mod">
        <pc:chgData name="Irfan Sheikh" userId="d6584adb700a76b5" providerId="LiveId" clId="{EDDD6B94-9ED8-438A-9867-FD53A284A507}" dt="2024-03-13T17:34:23.700" v="330" actId="931"/>
        <pc:sldMkLst>
          <pc:docMk/>
          <pc:sldMk cId="1622201318" sldId="286"/>
        </pc:sldMkLst>
      </pc:sldChg>
      <pc:sldChg chg="addSp delSp modSp mod">
        <pc:chgData name="Irfan Sheikh" userId="d6584adb700a76b5" providerId="LiveId" clId="{EDDD6B94-9ED8-438A-9867-FD53A284A507}" dt="2024-03-13T17:34:29.955" v="332" actId="478"/>
        <pc:sldMkLst>
          <pc:docMk/>
          <pc:sldMk cId="867948938" sldId="287"/>
        </pc:sldMkLst>
      </pc:sldChg>
      <pc:sldChg chg="addSp delSp modSp del mod">
        <pc:chgData name="Irfan Sheikh" userId="d6584adb700a76b5" providerId="LiveId" clId="{EDDD6B94-9ED8-438A-9867-FD53A284A507}" dt="2024-03-13T17:34:33.754" v="333" actId="47"/>
        <pc:sldMkLst>
          <pc:docMk/>
          <pc:sldMk cId="3384706581" sldId="288"/>
        </pc:sldMkLst>
      </pc:sldChg>
      <pc:sldChg chg="addSp delSp modSp del mod">
        <pc:chgData name="Irfan Sheikh" userId="d6584adb700a76b5" providerId="LiveId" clId="{EDDD6B94-9ED8-438A-9867-FD53A284A507}" dt="2024-03-13T17:34:53.084" v="352" actId="47"/>
        <pc:sldMkLst>
          <pc:docMk/>
          <pc:sldMk cId="1654487546" sldId="289"/>
        </pc:sldMkLst>
      </pc:sldChg>
      <pc:sldChg chg="del">
        <pc:chgData name="Irfan Sheikh" userId="d6584adb700a76b5" providerId="LiveId" clId="{EDDD6B94-9ED8-438A-9867-FD53A284A507}" dt="2024-03-07T17:34:56.445" v="57" actId="47"/>
        <pc:sldMkLst>
          <pc:docMk/>
          <pc:sldMk cId="3839176450" sldId="290"/>
        </pc:sldMkLst>
      </pc:sldChg>
      <pc:sldChg chg="addSp delSp modSp add del">
        <pc:chgData name="Irfan Sheikh" userId="d6584adb700a76b5" providerId="LiveId" clId="{EDDD6B94-9ED8-438A-9867-FD53A284A507}" dt="2024-03-13T17:34:35.566" v="334" actId="47"/>
        <pc:sldMkLst>
          <pc:docMk/>
          <pc:sldMk cId="4096861356" sldId="290"/>
        </pc:sldMkLst>
      </pc:sldChg>
      <pc:sldChg chg="addSp delSp modSp add del">
        <pc:chgData name="Irfan Sheikh" userId="d6584adb700a76b5" providerId="LiveId" clId="{EDDD6B94-9ED8-438A-9867-FD53A284A507}" dt="2024-03-13T17:34:37.298" v="335" actId="47"/>
        <pc:sldMkLst>
          <pc:docMk/>
          <pc:sldMk cId="1757699671" sldId="291"/>
        </pc:sldMkLst>
      </pc:sldChg>
      <pc:sldChg chg="del">
        <pc:chgData name="Irfan Sheikh" userId="d6584adb700a76b5" providerId="LiveId" clId="{EDDD6B94-9ED8-438A-9867-FD53A284A507}" dt="2024-03-07T17:34:59.774" v="58" actId="47"/>
        <pc:sldMkLst>
          <pc:docMk/>
          <pc:sldMk cId="3765069178" sldId="291"/>
        </pc:sldMkLst>
      </pc:sldChg>
      <pc:sldChg chg="addSp delSp modSp add del">
        <pc:chgData name="Irfan Sheikh" userId="d6584adb700a76b5" providerId="LiveId" clId="{EDDD6B94-9ED8-438A-9867-FD53A284A507}" dt="2024-03-13T17:34:38.443" v="336" actId="47"/>
        <pc:sldMkLst>
          <pc:docMk/>
          <pc:sldMk cId="1100412277" sldId="292"/>
        </pc:sldMkLst>
      </pc:sldChg>
      <pc:sldChg chg="del">
        <pc:chgData name="Irfan Sheikh" userId="d6584adb700a76b5" providerId="LiveId" clId="{EDDD6B94-9ED8-438A-9867-FD53A284A507}" dt="2024-03-07T17:35:01.724" v="59" actId="47"/>
        <pc:sldMkLst>
          <pc:docMk/>
          <pc:sldMk cId="1728561528" sldId="292"/>
        </pc:sldMkLst>
      </pc:sldChg>
      <pc:sldChg chg="addSp delSp modSp add del">
        <pc:chgData name="Irfan Sheikh" userId="d6584adb700a76b5" providerId="LiveId" clId="{EDDD6B94-9ED8-438A-9867-FD53A284A507}" dt="2024-03-13T17:34:39.479" v="337" actId="47"/>
        <pc:sldMkLst>
          <pc:docMk/>
          <pc:sldMk cId="1559894909" sldId="293"/>
        </pc:sldMkLst>
      </pc:sldChg>
      <pc:sldChg chg="addSp delSp modSp add del">
        <pc:chgData name="Irfan Sheikh" userId="d6584adb700a76b5" providerId="LiveId" clId="{EDDD6B94-9ED8-438A-9867-FD53A284A507}" dt="2024-03-13T17:34:40.359" v="338" actId="47"/>
        <pc:sldMkLst>
          <pc:docMk/>
          <pc:sldMk cId="4072401861" sldId="294"/>
        </pc:sldMkLst>
      </pc:sldChg>
      <pc:sldChg chg="addSp delSp modSp add del">
        <pc:chgData name="Irfan Sheikh" userId="d6584adb700a76b5" providerId="LiveId" clId="{EDDD6B94-9ED8-438A-9867-FD53A284A507}" dt="2024-03-13T17:34:41.239" v="339" actId="47"/>
        <pc:sldMkLst>
          <pc:docMk/>
          <pc:sldMk cId="3470942252" sldId="295"/>
        </pc:sldMkLst>
      </pc:sldChg>
      <pc:sldChg chg="addSp delSp modSp add del">
        <pc:chgData name="Irfan Sheikh" userId="d6584adb700a76b5" providerId="LiveId" clId="{EDDD6B94-9ED8-438A-9867-FD53A284A507}" dt="2024-03-13T17:34:42.024" v="340" actId="47"/>
        <pc:sldMkLst>
          <pc:docMk/>
          <pc:sldMk cId="3212590157" sldId="296"/>
        </pc:sldMkLst>
      </pc:sldChg>
      <pc:sldChg chg="addSp delSp modSp add del mod">
        <pc:chgData name="Irfan Sheikh" userId="d6584adb700a76b5" providerId="LiveId" clId="{EDDD6B94-9ED8-438A-9867-FD53A284A507}" dt="2024-03-13T17:34:42.779" v="341" actId="47"/>
        <pc:sldMkLst>
          <pc:docMk/>
          <pc:sldMk cId="1762667265" sldId="297"/>
        </pc:sldMkLst>
      </pc:sldChg>
      <pc:sldChg chg="addSp delSp modSp add del mod">
        <pc:chgData name="Irfan Sheikh" userId="d6584adb700a76b5" providerId="LiveId" clId="{EDDD6B94-9ED8-438A-9867-FD53A284A507}" dt="2024-03-13T17:34:43.523" v="342" actId="47"/>
        <pc:sldMkLst>
          <pc:docMk/>
          <pc:sldMk cId="676846460" sldId="298"/>
        </pc:sldMkLst>
      </pc:sldChg>
      <pc:sldChg chg="addSp delSp modSp add del mod">
        <pc:chgData name="Irfan Sheikh" userId="d6584adb700a76b5" providerId="LiveId" clId="{EDDD6B94-9ED8-438A-9867-FD53A284A507}" dt="2024-03-13T17:34:44.191" v="343" actId="47"/>
        <pc:sldMkLst>
          <pc:docMk/>
          <pc:sldMk cId="2611957090" sldId="299"/>
        </pc:sldMkLst>
      </pc:sldChg>
      <pc:sldChg chg="addSp delSp modSp add del mod">
        <pc:chgData name="Irfan Sheikh" userId="d6584adb700a76b5" providerId="LiveId" clId="{EDDD6B94-9ED8-438A-9867-FD53A284A507}" dt="2024-03-13T17:34:44.866" v="344" actId="47"/>
        <pc:sldMkLst>
          <pc:docMk/>
          <pc:sldMk cId="2580031303" sldId="300"/>
        </pc:sldMkLst>
      </pc:sldChg>
      <pc:sldChg chg="addSp delSp modSp add del">
        <pc:chgData name="Irfan Sheikh" userId="d6584adb700a76b5" providerId="LiveId" clId="{EDDD6B94-9ED8-438A-9867-FD53A284A507}" dt="2024-03-13T17:34:45.511" v="345" actId="47"/>
        <pc:sldMkLst>
          <pc:docMk/>
          <pc:sldMk cId="87337406" sldId="301"/>
        </pc:sldMkLst>
      </pc:sldChg>
      <pc:sldChg chg="addSp delSp modSp add del mod">
        <pc:chgData name="Irfan Sheikh" userId="d6584adb700a76b5" providerId="LiveId" clId="{EDDD6B94-9ED8-438A-9867-FD53A284A507}" dt="2024-03-13T17:34:48.080" v="346" actId="47"/>
        <pc:sldMkLst>
          <pc:docMk/>
          <pc:sldMk cId="3236784210" sldId="302"/>
        </pc:sldMkLst>
      </pc:sldChg>
      <pc:sldChg chg="addSp delSp modSp add del mod">
        <pc:chgData name="Irfan Sheikh" userId="d6584adb700a76b5" providerId="LiveId" clId="{EDDD6B94-9ED8-438A-9867-FD53A284A507}" dt="2024-03-13T17:34:49.137" v="347" actId="47"/>
        <pc:sldMkLst>
          <pc:docMk/>
          <pc:sldMk cId="2528089321" sldId="303"/>
        </pc:sldMkLst>
      </pc:sldChg>
      <pc:sldChg chg="addSp delSp modSp add del mod">
        <pc:chgData name="Irfan Sheikh" userId="d6584adb700a76b5" providerId="LiveId" clId="{EDDD6B94-9ED8-438A-9867-FD53A284A507}" dt="2024-03-13T17:34:49.950" v="348" actId="47"/>
        <pc:sldMkLst>
          <pc:docMk/>
          <pc:sldMk cId="1576795176" sldId="304"/>
        </pc:sldMkLst>
      </pc:sldChg>
      <pc:sldChg chg="addSp delSp modSp add del">
        <pc:chgData name="Irfan Sheikh" userId="d6584adb700a76b5" providerId="LiveId" clId="{EDDD6B94-9ED8-438A-9867-FD53A284A507}" dt="2024-03-13T17:34:50.768" v="349" actId="47"/>
        <pc:sldMkLst>
          <pc:docMk/>
          <pc:sldMk cId="4184445605" sldId="305"/>
        </pc:sldMkLst>
      </pc:sldChg>
      <pc:sldChg chg="addSp delSp modSp add del">
        <pc:chgData name="Irfan Sheikh" userId="d6584adb700a76b5" providerId="LiveId" clId="{EDDD6B94-9ED8-438A-9867-FD53A284A507}" dt="2024-03-13T17:34:51.563" v="350" actId="47"/>
        <pc:sldMkLst>
          <pc:docMk/>
          <pc:sldMk cId="4282016009" sldId="306"/>
        </pc:sldMkLst>
      </pc:sldChg>
      <pc:sldChg chg="addSp delSp modSp add del mod">
        <pc:chgData name="Irfan Sheikh" userId="d6584adb700a76b5" providerId="LiveId" clId="{EDDD6B94-9ED8-438A-9867-FD53A284A507}" dt="2024-03-13T17:34:52.348" v="351" actId="47"/>
        <pc:sldMkLst>
          <pc:docMk/>
          <pc:sldMk cId="2651659893" sldId="307"/>
        </pc:sldMkLst>
      </pc:sldChg>
      <pc:sldChg chg="addSp delSp modSp add del mod">
        <pc:chgData name="Irfan Sheikh" userId="d6584adb700a76b5" providerId="LiveId" clId="{EDDD6B94-9ED8-438A-9867-FD53A284A507}" dt="2024-03-13T17:34:53.749" v="353" actId="47"/>
        <pc:sldMkLst>
          <pc:docMk/>
          <pc:sldMk cId="2323673784" sldId="308"/>
        </pc:sldMkLst>
      </pc:sldChg>
      <pc:sldChg chg="addSp delSp modSp add del mod">
        <pc:chgData name="Irfan Sheikh" userId="d6584adb700a76b5" providerId="LiveId" clId="{EDDD6B94-9ED8-438A-9867-FD53A284A507}" dt="2024-03-13T17:34:54.442" v="354" actId="47"/>
        <pc:sldMkLst>
          <pc:docMk/>
          <pc:sldMk cId="3314404697" sldId="309"/>
        </pc:sldMkLst>
      </pc:sldChg>
      <pc:sldChg chg="add del">
        <pc:chgData name="Irfan Sheikh" userId="d6584adb700a76b5" providerId="LiveId" clId="{EDDD6B94-9ED8-438A-9867-FD53A284A507}" dt="2024-03-13T17:34:59.164" v="355" actId="47"/>
        <pc:sldMkLst>
          <pc:docMk/>
          <pc:sldMk cId="3205806282" sldId="31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t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E0A29-EE7B-417B-B0F4-24AA48E649E7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E</a:t>
            </a:r>
            <a:r>
              <a:rPr lang="en-IN" b="1" dirty="0">
                <a:latin typeface="Agency FB" panose="020B0503020202020204" pitchFamily="34" charset="0"/>
              </a:rPr>
              <a:t>PSON UNITY CUP 2025</a:t>
            </a:r>
            <a:br>
              <a:rPr lang="en-IN" b="1" dirty="0">
                <a:latin typeface="Agency FB" panose="020B0503020202020204" pitchFamily="34" charset="0"/>
              </a:rPr>
            </a:br>
            <a:r>
              <a:rPr lang="en-IN" b="1" dirty="0" smtClean="0">
                <a:latin typeface="Agency FB" panose="020B0503020202020204" pitchFamily="34" charset="0"/>
              </a:rPr>
              <a:t>DEHRADUN</a:t>
            </a:r>
            <a:endParaRPr lang="en-US" b="1" dirty="0">
              <a:latin typeface="Agency FB" panose="020B0503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DATE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:- </a:t>
            </a:r>
            <a:r>
              <a:rPr lang="en-US" sz="3600" dirty="0" smtClean="0">
                <a:solidFill>
                  <a:schemeClr val="tx2">
                    <a:lumMod val="75000"/>
                  </a:schemeClr>
                </a:solidFill>
              </a:rPr>
              <a:t>23-03-2025</a:t>
            </a:r>
            <a:endParaRPr lang="en-US" sz="36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F9E0C70A-B5F5-5812-D91C-C3AA293D5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48706"/>
            <a:ext cx="4038600" cy="3028950"/>
          </a:xfr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48706"/>
            <a:ext cx="4038600" cy="3028950"/>
          </a:xfrm>
        </p:spPr>
      </p:pic>
    </p:spTree>
    <p:extLst>
      <p:ext uri="{BB962C8B-B14F-4D97-AF65-F5344CB8AC3E}">
        <p14:creationId xmlns:p14="http://schemas.microsoft.com/office/powerpoint/2010/main" val="355731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F407B22-B65E-B9FF-29DE-63F3D1A6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875B0C34-8D46-1B32-BF30-85AF3BAB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16981"/>
            <a:ext cx="4038600" cy="26924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36800"/>
            <a:ext cx="4038600" cy="2692400"/>
          </a:xfrm>
        </p:spPr>
      </p:pic>
    </p:spTree>
    <p:extLst>
      <p:ext uri="{BB962C8B-B14F-4D97-AF65-F5344CB8AC3E}">
        <p14:creationId xmlns:p14="http://schemas.microsoft.com/office/powerpoint/2010/main" val="166657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9618759-016F-542B-0A2B-121BF96C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5B4B531E-D320-D538-81AB-8CD9E4B5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16981"/>
            <a:ext cx="4038600" cy="26924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16981"/>
            <a:ext cx="4038600" cy="2692400"/>
          </a:xfrm>
        </p:spPr>
      </p:pic>
    </p:spTree>
    <p:extLst>
      <p:ext uri="{BB962C8B-B14F-4D97-AF65-F5344CB8AC3E}">
        <p14:creationId xmlns:p14="http://schemas.microsoft.com/office/powerpoint/2010/main" val="3667427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F037EE1-5C76-156F-EA23-3C4D19691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C87911DF-2597-E218-F461-BF495474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628106"/>
            <a:ext cx="4038600" cy="2692400"/>
          </a:xfrm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48706"/>
            <a:ext cx="4038600" cy="3028950"/>
          </a:xfrm>
        </p:spPr>
      </p:pic>
    </p:spTree>
    <p:extLst>
      <p:ext uri="{BB962C8B-B14F-4D97-AF65-F5344CB8AC3E}">
        <p14:creationId xmlns:p14="http://schemas.microsoft.com/office/powerpoint/2010/main" val="2869515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4715</TotalTime>
  <Words>9</Words>
  <Application>Microsoft Office PowerPoint</Application>
  <PresentationFormat>On-screen Show (4:3)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Agency FB</vt:lpstr>
      <vt:lpstr>Arial</vt:lpstr>
      <vt:lpstr>Calibri</vt:lpstr>
      <vt:lpstr>Office Theme</vt:lpstr>
      <vt:lpstr>EPSON UNITY CUP 2025 DEHRADUN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EPSON FOR EDUCATION UDAIPUR</dc:title>
  <dc:creator>Lenovo</dc:creator>
  <cp:lastModifiedBy>lenovo</cp:lastModifiedBy>
  <cp:revision>157</cp:revision>
  <dcterms:created xsi:type="dcterms:W3CDTF">2018-11-12T16:51:54Z</dcterms:created>
  <dcterms:modified xsi:type="dcterms:W3CDTF">2025-03-26T19:58:06Z</dcterms:modified>
</cp:coreProperties>
</file>