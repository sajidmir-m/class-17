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90" r:id="rId4"/>
    <p:sldId id="291" r:id="rId5"/>
    <p:sldId id="29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760A76-F7AA-404B-BD01-31F8BEB08E81}" v="28" dt="2024-08-09T06:26:23.7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3447" autoAdjust="0"/>
  </p:normalViewPr>
  <p:slideViewPr>
    <p:cSldViewPr>
      <p:cViewPr varScale="1">
        <p:scale>
          <a:sx n="89" d="100"/>
          <a:sy n="89" d="100"/>
        </p:scale>
        <p:origin x="130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fan Sheikh" userId="d6584adb700a76b5" providerId="LiveId" clId="{A46D4E46-3078-4B3A-90C8-D66EADB6F69B}"/>
    <pc:docChg chg="undo custSel addSld delSld modSld">
      <pc:chgData name="Irfan Sheikh" userId="d6584adb700a76b5" providerId="LiveId" clId="{A46D4E46-3078-4B3A-90C8-D66EADB6F69B}" dt="2024-05-31T18:42:58.275" v="337" actId="931"/>
      <pc:docMkLst>
        <pc:docMk/>
      </pc:docMkLst>
      <pc:sldChg chg="modSp mod">
        <pc:chgData name="Irfan Sheikh" userId="d6584adb700a76b5" providerId="LiveId" clId="{A46D4E46-3078-4B3A-90C8-D66EADB6F69B}" dt="2024-05-31T17:44:43.027" v="25" actId="20577"/>
        <pc:sldMkLst>
          <pc:docMk/>
          <pc:sldMk cId="0" sldId="256"/>
        </pc:sldMkLst>
        <pc:spChg chg="mod">
          <ac:chgData name="Irfan Sheikh" userId="d6584adb700a76b5" providerId="LiveId" clId="{A46D4E46-3078-4B3A-90C8-D66EADB6F69B}" dt="2024-05-31T17:44:21.302" v="11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Irfan Sheikh" userId="d6584adb700a76b5" providerId="LiveId" clId="{A46D4E46-3078-4B3A-90C8-D66EADB6F69B}" dt="2024-05-31T17:44:43.027" v="25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Irfan Sheikh" userId="d6584adb700a76b5" providerId="LiveId" clId="{A46D4E46-3078-4B3A-90C8-D66EADB6F69B}" dt="2024-05-31T18:29:50.089" v="282" actId="931"/>
        <pc:sldMkLst>
          <pc:docMk/>
          <pc:sldMk cId="1243892205" sldId="264"/>
        </pc:sldMkLst>
        <pc:spChg chg="mod">
          <ac:chgData name="Irfan Sheikh" userId="d6584adb700a76b5" providerId="LiveId" clId="{A46D4E46-3078-4B3A-90C8-D66EADB6F69B}" dt="2024-05-31T17:46:28.601" v="83" actId="255"/>
          <ac:spMkLst>
            <pc:docMk/>
            <pc:sldMk cId="1243892205" sldId="264"/>
            <ac:spMk id="3" creationId="{D0ECBBE1-74A2-4606-4274-0739520D1EB0}"/>
          </ac:spMkLst>
        </pc:spChg>
        <pc:spChg chg="add del mod">
          <ac:chgData name="Irfan Sheikh" userId="d6584adb700a76b5" providerId="LiveId" clId="{A46D4E46-3078-4B3A-90C8-D66EADB6F69B}" dt="2024-05-31T18:29:45.614" v="281" actId="931"/>
          <ac:spMkLst>
            <pc:docMk/>
            <pc:sldMk cId="1243892205" sldId="264"/>
            <ac:spMk id="4" creationId="{D79AB306-649D-7155-86DA-392B6D3BEEC6}"/>
          </ac:spMkLst>
        </pc:spChg>
        <pc:spChg chg="add del mod">
          <ac:chgData name="Irfan Sheikh" userId="d6584adb700a76b5" providerId="LiveId" clId="{A46D4E46-3078-4B3A-90C8-D66EADB6F69B}" dt="2024-05-31T18:29:50.089" v="282" actId="931"/>
          <ac:spMkLst>
            <pc:docMk/>
            <pc:sldMk cId="1243892205" sldId="264"/>
            <ac:spMk id="7" creationId="{DA99DAD7-99A7-21BA-7AFB-F41246F11322}"/>
          </ac:spMkLst>
        </pc:spChg>
        <pc:picChg chg="add mod">
          <ac:chgData name="Irfan Sheikh" userId="d6584adb700a76b5" providerId="LiveId" clId="{A46D4E46-3078-4B3A-90C8-D66EADB6F69B}" dt="2024-05-31T18:29:45.614" v="281" actId="931"/>
          <ac:picMkLst>
            <pc:docMk/>
            <pc:sldMk cId="1243892205" sldId="264"/>
            <ac:picMk id="5" creationId="{00D498F1-7B7B-2B2D-6C65-7B92AB5DBD57}"/>
          </ac:picMkLst>
        </pc:picChg>
        <pc:picChg chg="del">
          <ac:chgData name="Irfan Sheikh" userId="d6584adb700a76b5" providerId="LiveId" clId="{A46D4E46-3078-4B3A-90C8-D66EADB6F69B}" dt="2024-05-31T17:44:52.198" v="27" actId="478"/>
          <ac:picMkLst>
            <pc:docMk/>
            <pc:sldMk cId="1243892205" sldId="264"/>
            <ac:picMk id="6" creationId="{04B1D94E-E995-F3CA-EF64-AC720553A0A0}"/>
          </ac:picMkLst>
        </pc:picChg>
        <pc:picChg chg="add mod">
          <ac:chgData name="Irfan Sheikh" userId="d6584adb700a76b5" providerId="LiveId" clId="{A46D4E46-3078-4B3A-90C8-D66EADB6F69B}" dt="2024-05-31T18:29:50.089" v="282" actId="931"/>
          <ac:picMkLst>
            <pc:docMk/>
            <pc:sldMk cId="1243892205" sldId="264"/>
            <ac:picMk id="8" creationId="{8C2815F0-C95F-61D0-4785-F4BC4FE7FFAF}"/>
          </ac:picMkLst>
        </pc:picChg>
        <pc:picChg chg="del">
          <ac:chgData name="Irfan Sheikh" userId="d6584adb700a76b5" providerId="LiveId" clId="{A46D4E46-3078-4B3A-90C8-D66EADB6F69B}" dt="2024-05-31T17:44:50.434" v="26" actId="478"/>
          <ac:picMkLst>
            <pc:docMk/>
            <pc:sldMk cId="1243892205" sldId="264"/>
            <ac:picMk id="16" creationId="{C6AA473E-C91B-DB98-E2B5-284FE9298C83}"/>
          </ac:picMkLst>
        </pc:picChg>
      </pc:sldChg>
      <pc:sldChg chg="del">
        <pc:chgData name="Irfan Sheikh" userId="d6584adb700a76b5" providerId="LiveId" clId="{A46D4E46-3078-4B3A-90C8-D66EADB6F69B}" dt="2024-05-31T17:45:01.900" v="29" actId="47"/>
        <pc:sldMkLst>
          <pc:docMk/>
          <pc:sldMk cId="483904760" sldId="265"/>
        </pc:sldMkLst>
      </pc:sldChg>
      <pc:sldChg chg="addSp delSp modSp add mod">
        <pc:chgData name="Irfan Sheikh" userId="d6584adb700a76b5" providerId="LiveId" clId="{A46D4E46-3078-4B3A-90C8-D66EADB6F69B}" dt="2024-05-31T18:30:09.548" v="284" actId="931"/>
        <pc:sldMkLst>
          <pc:docMk/>
          <pc:sldMk cId="1022177402" sldId="265"/>
        </pc:sldMkLst>
        <pc:spChg chg="mod">
          <ac:chgData name="Irfan Sheikh" userId="d6584adb700a76b5" providerId="LiveId" clId="{A46D4E46-3078-4B3A-90C8-D66EADB6F69B}" dt="2024-05-31T17:47:14.825" v="87" actId="255"/>
          <ac:spMkLst>
            <pc:docMk/>
            <pc:sldMk cId="1022177402" sldId="265"/>
            <ac:spMk id="3" creationId="{D0ECBBE1-74A2-4606-4274-0739520D1EB0}"/>
          </ac:spMkLst>
        </pc:spChg>
        <pc:spChg chg="del">
          <ac:chgData name="Irfan Sheikh" userId="d6584adb700a76b5" providerId="LiveId" clId="{A46D4E46-3078-4B3A-90C8-D66EADB6F69B}" dt="2024-05-31T18:30:04.628" v="283" actId="931"/>
          <ac:spMkLst>
            <pc:docMk/>
            <pc:sldMk cId="1022177402" sldId="265"/>
            <ac:spMk id="4" creationId="{D79AB306-649D-7155-86DA-392B6D3BEEC6}"/>
          </ac:spMkLst>
        </pc:spChg>
        <pc:spChg chg="del">
          <ac:chgData name="Irfan Sheikh" userId="d6584adb700a76b5" providerId="LiveId" clId="{A46D4E46-3078-4B3A-90C8-D66EADB6F69B}" dt="2024-05-31T18:30:09.548" v="284" actId="931"/>
          <ac:spMkLst>
            <pc:docMk/>
            <pc:sldMk cId="1022177402" sldId="265"/>
            <ac:spMk id="7" creationId="{DA99DAD7-99A7-21BA-7AFB-F41246F11322}"/>
          </ac:spMkLst>
        </pc:spChg>
        <pc:picChg chg="add mod">
          <ac:chgData name="Irfan Sheikh" userId="d6584adb700a76b5" providerId="LiveId" clId="{A46D4E46-3078-4B3A-90C8-D66EADB6F69B}" dt="2024-05-31T18:30:04.628" v="283" actId="931"/>
          <ac:picMkLst>
            <pc:docMk/>
            <pc:sldMk cId="1022177402" sldId="265"/>
            <ac:picMk id="5" creationId="{7F38FF83-7F04-4A6E-9C30-2B9AF4023F26}"/>
          </ac:picMkLst>
        </pc:picChg>
        <pc:picChg chg="add mod">
          <ac:chgData name="Irfan Sheikh" userId="d6584adb700a76b5" providerId="LiveId" clId="{A46D4E46-3078-4B3A-90C8-D66EADB6F69B}" dt="2024-05-31T18:30:09.548" v="284" actId="931"/>
          <ac:picMkLst>
            <pc:docMk/>
            <pc:sldMk cId="1022177402" sldId="265"/>
            <ac:picMk id="8" creationId="{F9FD7434-D163-B0C7-58C7-85CF93D4AEBF}"/>
          </ac:picMkLst>
        </pc:picChg>
      </pc:sldChg>
      <pc:sldChg chg="del">
        <pc:chgData name="Irfan Sheikh" userId="d6584adb700a76b5" providerId="LiveId" clId="{A46D4E46-3078-4B3A-90C8-D66EADB6F69B}" dt="2024-05-31T17:45:02.986" v="30" actId="47"/>
        <pc:sldMkLst>
          <pc:docMk/>
          <pc:sldMk cId="1807712004" sldId="266"/>
        </pc:sldMkLst>
      </pc:sldChg>
      <pc:sldChg chg="addSp delSp modSp add mod">
        <pc:chgData name="Irfan Sheikh" userId="d6584adb700a76b5" providerId="LiveId" clId="{A46D4E46-3078-4B3A-90C8-D66EADB6F69B}" dt="2024-05-31T18:30:30.080" v="286" actId="931"/>
        <pc:sldMkLst>
          <pc:docMk/>
          <pc:sldMk cId="4126171070" sldId="266"/>
        </pc:sldMkLst>
        <pc:spChg chg="mod">
          <ac:chgData name="Irfan Sheikh" userId="d6584adb700a76b5" providerId="LiveId" clId="{A46D4E46-3078-4B3A-90C8-D66EADB6F69B}" dt="2024-05-31T17:47:58.739" v="94" actId="255"/>
          <ac:spMkLst>
            <pc:docMk/>
            <pc:sldMk cId="4126171070" sldId="266"/>
            <ac:spMk id="3" creationId="{D0ECBBE1-74A2-4606-4274-0739520D1EB0}"/>
          </ac:spMkLst>
        </pc:spChg>
        <pc:spChg chg="del">
          <ac:chgData name="Irfan Sheikh" userId="d6584adb700a76b5" providerId="LiveId" clId="{A46D4E46-3078-4B3A-90C8-D66EADB6F69B}" dt="2024-05-31T18:30:25.572" v="285" actId="931"/>
          <ac:spMkLst>
            <pc:docMk/>
            <pc:sldMk cId="4126171070" sldId="266"/>
            <ac:spMk id="4" creationId="{D79AB306-649D-7155-86DA-392B6D3BEEC6}"/>
          </ac:spMkLst>
        </pc:spChg>
        <pc:spChg chg="del">
          <ac:chgData name="Irfan Sheikh" userId="d6584adb700a76b5" providerId="LiveId" clId="{A46D4E46-3078-4B3A-90C8-D66EADB6F69B}" dt="2024-05-31T18:30:30.080" v="286" actId="931"/>
          <ac:spMkLst>
            <pc:docMk/>
            <pc:sldMk cId="4126171070" sldId="266"/>
            <ac:spMk id="7" creationId="{DA99DAD7-99A7-21BA-7AFB-F41246F11322}"/>
          </ac:spMkLst>
        </pc:spChg>
        <pc:picChg chg="add mod">
          <ac:chgData name="Irfan Sheikh" userId="d6584adb700a76b5" providerId="LiveId" clId="{A46D4E46-3078-4B3A-90C8-D66EADB6F69B}" dt="2024-05-31T18:30:25.572" v="285" actId="931"/>
          <ac:picMkLst>
            <pc:docMk/>
            <pc:sldMk cId="4126171070" sldId="266"/>
            <ac:picMk id="5" creationId="{D2D6460B-F67D-90FE-6DC4-48A4CEA6A2D8}"/>
          </ac:picMkLst>
        </pc:picChg>
        <pc:picChg chg="add mod">
          <ac:chgData name="Irfan Sheikh" userId="d6584adb700a76b5" providerId="LiveId" clId="{A46D4E46-3078-4B3A-90C8-D66EADB6F69B}" dt="2024-05-31T18:30:30.080" v="286" actId="931"/>
          <ac:picMkLst>
            <pc:docMk/>
            <pc:sldMk cId="4126171070" sldId="266"/>
            <ac:picMk id="8" creationId="{3799EF64-04CF-7968-3260-9507CB958ABD}"/>
          </ac:picMkLst>
        </pc:picChg>
      </pc:sldChg>
      <pc:sldChg chg="del">
        <pc:chgData name="Irfan Sheikh" userId="d6584adb700a76b5" providerId="LiveId" clId="{A46D4E46-3078-4B3A-90C8-D66EADB6F69B}" dt="2024-05-31T17:45:03.810" v="31" actId="47"/>
        <pc:sldMkLst>
          <pc:docMk/>
          <pc:sldMk cId="719521848" sldId="267"/>
        </pc:sldMkLst>
      </pc:sldChg>
      <pc:sldChg chg="addSp delSp modSp add del mod chgLayout">
        <pc:chgData name="Irfan Sheikh" userId="d6584adb700a76b5" providerId="LiveId" clId="{A46D4E46-3078-4B3A-90C8-D66EADB6F69B}" dt="2024-05-31T17:49:06.476" v="118" actId="47"/>
        <pc:sldMkLst>
          <pc:docMk/>
          <pc:sldMk cId="2155796448" sldId="267"/>
        </pc:sldMkLst>
        <pc:spChg chg="add mod ord">
          <ac:chgData name="Irfan Sheikh" userId="d6584adb700a76b5" providerId="LiveId" clId="{A46D4E46-3078-4B3A-90C8-D66EADB6F69B}" dt="2024-05-31T17:48:37.917" v="98" actId="700"/>
          <ac:spMkLst>
            <pc:docMk/>
            <pc:sldMk cId="2155796448" sldId="267"/>
            <ac:spMk id="2" creationId="{BB95B35A-4051-0E3F-539C-8D91113D2429}"/>
          </ac:spMkLst>
        </pc:spChg>
        <pc:spChg chg="mod ord">
          <ac:chgData name="Irfan Sheikh" userId="d6584adb700a76b5" providerId="LiveId" clId="{A46D4E46-3078-4B3A-90C8-D66EADB6F69B}" dt="2024-05-31T17:48:37.917" v="98" actId="700"/>
          <ac:spMkLst>
            <pc:docMk/>
            <pc:sldMk cId="2155796448" sldId="267"/>
            <ac:spMk id="3" creationId="{D0ECBBE1-74A2-4606-4274-0739520D1EB0}"/>
          </ac:spMkLst>
        </pc:spChg>
        <pc:spChg chg="del">
          <ac:chgData name="Irfan Sheikh" userId="d6584adb700a76b5" providerId="LiveId" clId="{A46D4E46-3078-4B3A-90C8-D66EADB6F69B}" dt="2024-05-31T17:48:37.917" v="98" actId="700"/>
          <ac:spMkLst>
            <pc:docMk/>
            <pc:sldMk cId="2155796448" sldId="267"/>
            <ac:spMk id="4" creationId="{D79AB306-649D-7155-86DA-392B6D3BEEC6}"/>
          </ac:spMkLst>
        </pc:spChg>
        <pc:spChg chg="add mod ord">
          <ac:chgData name="Irfan Sheikh" userId="d6584adb700a76b5" providerId="LiveId" clId="{A46D4E46-3078-4B3A-90C8-D66EADB6F69B}" dt="2024-05-31T17:48:37.917" v="98" actId="700"/>
          <ac:spMkLst>
            <pc:docMk/>
            <pc:sldMk cId="2155796448" sldId="267"/>
            <ac:spMk id="5" creationId="{8854087B-3D7E-323E-33C2-4578680C0F09}"/>
          </ac:spMkLst>
        </pc:spChg>
        <pc:spChg chg="del">
          <ac:chgData name="Irfan Sheikh" userId="d6584adb700a76b5" providerId="LiveId" clId="{A46D4E46-3078-4B3A-90C8-D66EADB6F69B}" dt="2024-05-31T17:48:37.917" v="98" actId="700"/>
          <ac:spMkLst>
            <pc:docMk/>
            <pc:sldMk cId="2155796448" sldId="267"/>
            <ac:spMk id="7" creationId="{DA99DAD7-99A7-21BA-7AFB-F41246F11322}"/>
          </ac:spMkLst>
        </pc:spChg>
      </pc:sldChg>
      <pc:sldChg chg="addSp delSp modSp add mod chgLayout">
        <pc:chgData name="Irfan Sheikh" userId="d6584adb700a76b5" providerId="LiveId" clId="{A46D4E46-3078-4B3A-90C8-D66EADB6F69B}" dt="2024-05-31T18:30:47.019" v="288" actId="931"/>
        <pc:sldMkLst>
          <pc:docMk/>
          <pc:sldMk cId="4261189392" sldId="267"/>
        </pc:sldMkLst>
        <pc:spChg chg="add mod ord">
          <ac:chgData name="Irfan Sheikh" userId="d6584adb700a76b5" providerId="LiveId" clId="{A46D4E46-3078-4B3A-90C8-D66EADB6F69B}" dt="2024-05-31T17:50:21.965" v="149" actId="27636"/>
          <ac:spMkLst>
            <pc:docMk/>
            <pc:sldMk cId="4261189392" sldId="267"/>
            <ac:spMk id="2" creationId="{AE3D0DFD-418F-6740-0CC0-23C27470E607}"/>
          </ac:spMkLst>
        </pc:spChg>
        <pc:spChg chg="del mod">
          <ac:chgData name="Irfan Sheikh" userId="d6584adb700a76b5" providerId="LiveId" clId="{A46D4E46-3078-4B3A-90C8-D66EADB6F69B}" dt="2024-05-31T17:49:22.263" v="121" actId="700"/>
          <ac:spMkLst>
            <pc:docMk/>
            <pc:sldMk cId="4261189392" sldId="267"/>
            <ac:spMk id="3" creationId="{D0ECBBE1-74A2-4606-4274-0739520D1EB0}"/>
          </ac:spMkLst>
        </pc:spChg>
        <pc:spChg chg="del">
          <ac:chgData name="Irfan Sheikh" userId="d6584adb700a76b5" providerId="LiveId" clId="{A46D4E46-3078-4B3A-90C8-D66EADB6F69B}" dt="2024-05-31T17:49:22.263" v="121" actId="700"/>
          <ac:spMkLst>
            <pc:docMk/>
            <pc:sldMk cId="4261189392" sldId="267"/>
            <ac:spMk id="4" creationId="{D79AB306-649D-7155-86DA-392B6D3BEEC6}"/>
          </ac:spMkLst>
        </pc:spChg>
        <pc:spChg chg="add del mod ord">
          <ac:chgData name="Irfan Sheikh" userId="d6584adb700a76b5" providerId="LiveId" clId="{A46D4E46-3078-4B3A-90C8-D66EADB6F69B}" dt="2024-05-31T18:30:42.401" v="287" actId="931"/>
          <ac:spMkLst>
            <pc:docMk/>
            <pc:sldMk cId="4261189392" sldId="267"/>
            <ac:spMk id="5" creationId="{8F44EBAE-02EC-8BDA-E3BC-C33F654917CB}"/>
          </ac:spMkLst>
        </pc:spChg>
        <pc:spChg chg="add del mod ord">
          <ac:chgData name="Irfan Sheikh" userId="d6584adb700a76b5" providerId="LiveId" clId="{A46D4E46-3078-4B3A-90C8-D66EADB6F69B}" dt="2024-05-31T18:30:47.019" v="288" actId="931"/>
          <ac:spMkLst>
            <pc:docMk/>
            <pc:sldMk cId="4261189392" sldId="267"/>
            <ac:spMk id="6" creationId="{4C2C4D54-1F50-B5C2-6EE9-A2DCA5004916}"/>
          </ac:spMkLst>
        </pc:spChg>
        <pc:spChg chg="del">
          <ac:chgData name="Irfan Sheikh" userId="d6584adb700a76b5" providerId="LiveId" clId="{A46D4E46-3078-4B3A-90C8-D66EADB6F69B}" dt="2024-05-31T17:49:22.263" v="121" actId="700"/>
          <ac:spMkLst>
            <pc:docMk/>
            <pc:sldMk cId="4261189392" sldId="267"/>
            <ac:spMk id="7" creationId="{DA99DAD7-99A7-21BA-7AFB-F41246F11322}"/>
          </ac:spMkLst>
        </pc:spChg>
        <pc:picChg chg="add mod">
          <ac:chgData name="Irfan Sheikh" userId="d6584adb700a76b5" providerId="LiveId" clId="{A46D4E46-3078-4B3A-90C8-D66EADB6F69B}" dt="2024-05-31T18:30:42.401" v="287" actId="931"/>
          <ac:picMkLst>
            <pc:docMk/>
            <pc:sldMk cId="4261189392" sldId="267"/>
            <ac:picMk id="4" creationId="{B8C429CF-E355-00DC-7526-B4DFE6863313}"/>
          </ac:picMkLst>
        </pc:picChg>
        <pc:picChg chg="add mod">
          <ac:chgData name="Irfan Sheikh" userId="d6584adb700a76b5" providerId="LiveId" clId="{A46D4E46-3078-4B3A-90C8-D66EADB6F69B}" dt="2024-05-31T18:30:47.019" v="288" actId="931"/>
          <ac:picMkLst>
            <pc:docMk/>
            <pc:sldMk cId="4261189392" sldId="267"/>
            <ac:picMk id="8" creationId="{228C36EF-9AAA-B8DF-A526-71961E8B0CB4}"/>
          </ac:picMkLst>
        </pc:picChg>
      </pc:sldChg>
      <pc:sldChg chg="del">
        <pc:chgData name="Irfan Sheikh" userId="d6584adb700a76b5" providerId="LiveId" clId="{A46D4E46-3078-4B3A-90C8-D66EADB6F69B}" dt="2024-05-31T17:45:04.518" v="32" actId="47"/>
        <pc:sldMkLst>
          <pc:docMk/>
          <pc:sldMk cId="1248118832" sldId="268"/>
        </pc:sldMkLst>
      </pc:sldChg>
      <pc:sldChg chg="addSp delSp modSp add mod">
        <pc:chgData name="Irfan Sheikh" userId="d6584adb700a76b5" providerId="LiveId" clId="{A46D4E46-3078-4B3A-90C8-D66EADB6F69B}" dt="2024-05-31T18:31:03.396" v="290" actId="931"/>
        <pc:sldMkLst>
          <pc:docMk/>
          <pc:sldMk cId="1673203521" sldId="268"/>
        </pc:sldMkLst>
        <pc:spChg chg="mod">
          <ac:chgData name="Irfan Sheikh" userId="d6584adb700a76b5" providerId="LiveId" clId="{A46D4E46-3078-4B3A-90C8-D66EADB6F69B}" dt="2024-05-31T17:51:11.543" v="154" actId="255"/>
          <ac:spMkLst>
            <pc:docMk/>
            <pc:sldMk cId="1673203521" sldId="268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30:59.349" v="289" actId="931"/>
          <ac:spMkLst>
            <pc:docMk/>
            <pc:sldMk cId="1673203521" sldId="268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31:03.396" v="290" actId="931"/>
          <ac:spMkLst>
            <pc:docMk/>
            <pc:sldMk cId="1673203521" sldId="268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30:59.349" v="289" actId="931"/>
          <ac:picMkLst>
            <pc:docMk/>
            <pc:sldMk cId="1673203521" sldId="268"/>
            <ac:picMk id="4" creationId="{3198DE14-D61D-D51D-7C18-2858582F53FD}"/>
          </ac:picMkLst>
        </pc:picChg>
        <pc:picChg chg="add mod">
          <ac:chgData name="Irfan Sheikh" userId="d6584adb700a76b5" providerId="LiveId" clId="{A46D4E46-3078-4B3A-90C8-D66EADB6F69B}" dt="2024-05-31T18:31:03.396" v="290" actId="931"/>
          <ac:picMkLst>
            <pc:docMk/>
            <pc:sldMk cId="1673203521" sldId="268"/>
            <ac:picMk id="8" creationId="{80F0CBB2-455E-9CFD-F2F1-9EF04A1B46FB}"/>
          </ac:picMkLst>
        </pc:picChg>
      </pc:sldChg>
      <pc:sldChg chg="add del">
        <pc:chgData name="Irfan Sheikh" userId="d6584adb700a76b5" providerId="LiveId" clId="{A46D4E46-3078-4B3A-90C8-D66EADB6F69B}" dt="2024-05-31T17:48:13.304" v="95" actId="47"/>
        <pc:sldMkLst>
          <pc:docMk/>
          <pc:sldMk cId="1896380168" sldId="268"/>
        </pc:sldMkLst>
      </pc:sldChg>
      <pc:sldChg chg="del">
        <pc:chgData name="Irfan Sheikh" userId="d6584adb700a76b5" providerId="LiveId" clId="{A46D4E46-3078-4B3A-90C8-D66EADB6F69B}" dt="2024-05-31T17:45:05.131" v="33" actId="47"/>
        <pc:sldMkLst>
          <pc:docMk/>
          <pc:sldMk cId="641411179" sldId="269"/>
        </pc:sldMkLst>
      </pc:sldChg>
      <pc:sldChg chg="add del">
        <pc:chgData name="Irfan Sheikh" userId="d6584adb700a76b5" providerId="LiveId" clId="{A46D4E46-3078-4B3A-90C8-D66EADB6F69B}" dt="2024-05-31T17:48:18.226" v="96" actId="47"/>
        <pc:sldMkLst>
          <pc:docMk/>
          <pc:sldMk cId="2582946238" sldId="269"/>
        </pc:sldMkLst>
      </pc:sldChg>
      <pc:sldChg chg="addSp delSp modSp add mod">
        <pc:chgData name="Irfan Sheikh" userId="d6584adb700a76b5" providerId="LiveId" clId="{A46D4E46-3078-4B3A-90C8-D66EADB6F69B}" dt="2024-05-31T18:31:20.882" v="292" actId="931"/>
        <pc:sldMkLst>
          <pc:docMk/>
          <pc:sldMk cId="3570507258" sldId="269"/>
        </pc:sldMkLst>
        <pc:spChg chg="mod">
          <ac:chgData name="Irfan Sheikh" userId="d6584adb700a76b5" providerId="LiveId" clId="{A46D4E46-3078-4B3A-90C8-D66EADB6F69B}" dt="2024-05-31T17:51:46.624" v="160" actId="27636"/>
          <ac:spMkLst>
            <pc:docMk/>
            <pc:sldMk cId="3570507258" sldId="269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31:15.869" v="291" actId="931"/>
          <ac:spMkLst>
            <pc:docMk/>
            <pc:sldMk cId="3570507258" sldId="269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31:20.882" v="292" actId="931"/>
          <ac:spMkLst>
            <pc:docMk/>
            <pc:sldMk cId="3570507258" sldId="269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31:15.869" v="291" actId="931"/>
          <ac:picMkLst>
            <pc:docMk/>
            <pc:sldMk cId="3570507258" sldId="269"/>
            <ac:picMk id="4" creationId="{22ED331B-4FD7-ED56-8FEF-BDB6DB5513F0}"/>
          </ac:picMkLst>
        </pc:picChg>
        <pc:picChg chg="add mod">
          <ac:chgData name="Irfan Sheikh" userId="d6584adb700a76b5" providerId="LiveId" clId="{A46D4E46-3078-4B3A-90C8-D66EADB6F69B}" dt="2024-05-31T18:31:20.882" v="292" actId="931"/>
          <ac:picMkLst>
            <pc:docMk/>
            <pc:sldMk cId="3570507258" sldId="269"/>
            <ac:picMk id="8" creationId="{4B1A1F35-FFCF-5FF0-DD79-E66464509B30}"/>
          </ac:picMkLst>
        </pc:picChg>
      </pc:sldChg>
      <pc:sldChg chg="addSp delSp modSp add mod">
        <pc:chgData name="Irfan Sheikh" userId="d6584adb700a76b5" providerId="LiveId" clId="{A46D4E46-3078-4B3A-90C8-D66EADB6F69B}" dt="2024-05-31T18:32:20.056" v="294" actId="931"/>
        <pc:sldMkLst>
          <pc:docMk/>
          <pc:sldMk cId="382388010" sldId="270"/>
        </pc:sldMkLst>
        <pc:spChg chg="mod">
          <ac:chgData name="Irfan Sheikh" userId="d6584adb700a76b5" providerId="LiveId" clId="{A46D4E46-3078-4B3A-90C8-D66EADB6F69B}" dt="2024-05-31T17:52:16.746" v="166" actId="27636"/>
          <ac:spMkLst>
            <pc:docMk/>
            <pc:sldMk cId="382388010" sldId="270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31:39.805" v="293" actId="931"/>
          <ac:spMkLst>
            <pc:docMk/>
            <pc:sldMk cId="382388010" sldId="270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32:20.056" v="294" actId="931"/>
          <ac:spMkLst>
            <pc:docMk/>
            <pc:sldMk cId="382388010" sldId="270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31:39.805" v="293" actId="931"/>
          <ac:picMkLst>
            <pc:docMk/>
            <pc:sldMk cId="382388010" sldId="270"/>
            <ac:picMk id="4" creationId="{41E3D9CF-F7F7-0178-B052-C02781228D6A}"/>
          </ac:picMkLst>
        </pc:picChg>
        <pc:picChg chg="add mod">
          <ac:chgData name="Irfan Sheikh" userId="d6584adb700a76b5" providerId="LiveId" clId="{A46D4E46-3078-4B3A-90C8-D66EADB6F69B}" dt="2024-05-31T18:32:20.056" v="294" actId="931"/>
          <ac:picMkLst>
            <pc:docMk/>
            <pc:sldMk cId="382388010" sldId="270"/>
            <ac:picMk id="8" creationId="{4CBE4999-6404-3C06-2EA2-1850D8E28DA6}"/>
          </ac:picMkLst>
        </pc:picChg>
      </pc:sldChg>
      <pc:sldChg chg="del">
        <pc:chgData name="Irfan Sheikh" userId="d6584adb700a76b5" providerId="LiveId" clId="{A46D4E46-3078-4B3A-90C8-D66EADB6F69B}" dt="2024-05-31T17:45:05.705" v="34" actId="47"/>
        <pc:sldMkLst>
          <pc:docMk/>
          <pc:sldMk cId="1481227129" sldId="270"/>
        </pc:sldMkLst>
      </pc:sldChg>
      <pc:sldChg chg="add del">
        <pc:chgData name="Irfan Sheikh" userId="d6584adb700a76b5" providerId="LiveId" clId="{A46D4E46-3078-4B3A-90C8-D66EADB6F69B}" dt="2024-05-31T17:48:20.837" v="97" actId="47"/>
        <pc:sldMkLst>
          <pc:docMk/>
          <pc:sldMk cId="3699119144" sldId="270"/>
        </pc:sldMkLst>
      </pc:sldChg>
      <pc:sldChg chg="add del">
        <pc:chgData name="Irfan Sheikh" userId="d6584adb700a76b5" providerId="LiveId" clId="{A46D4E46-3078-4B3A-90C8-D66EADB6F69B}" dt="2024-05-31T17:48:43.755" v="99" actId="47"/>
        <pc:sldMkLst>
          <pc:docMk/>
          <pc:sldMk cId="138358645" sldId="271"/>
        </pc:sldMkLst>
      </pc:sldChg>
      <pc:sldChg chg="addSp delSp modSp add mod">
        <pc:chgData name="Irfan Sheikh" userId="d6584adb700a76b5" providerId="LiveId" clId="{A46D4E46-3078-4B3A-90C8-D66EADB6F69B}" dt="2024-05-31T18:32:37.061" v="296" actId="931"/>
        <pc:sldMkLst>
          <pc:docMk/>
          <pc:sldMk cId="1181836309" sldId="271"/>
        </pc:sldMkLst>
        <pc:spChg chg="mod">
          <ac:chgData name="Irfan Sheikh" userId="d6584adb700a76b5" providerId="LiveId" clId="{A46D4E46-3078-4B3A-90C8-D66EADB6F69B}" dt="2024-05-31T17:53:03.049" v="172" actId="27636"/>
          <ac:spMkLst>
            <pc:docMk/>
            <pc:sldMk cId="1181836309" sldId="271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32:32.455" v="295" actId="931"/>
          <ac:spMkLst>
            <pc:docMk/>
            <pc:sldMk cId="1181836309" sldId="271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32:37.061" v="296" actId="931"/>
          <ac:spMkLst>
            <pc:docMk/>
            <pc:sldMk cId="1181836309" sldId="271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32:32.455" v="295" actId="931"/>
          <ac:picMkLst>
            <pc:docMk/>
            <pc:sldMk cId="1181836309" sldId="271"/>
            <ac:picMk id="4" creationId="{32B348F9-1D44-8403-2A92-D5B41AFCC063}"/>
          </ac:picMkLst>
        </pc:picChg>
        <pc:picChg chg="add mod">
          <ac:chgData name="Irfan Sheikh" userId="d6584adb700a76b5" providerId="LiveId" clId="{A46D4E46-3078-4B3A-90C8-D66EADB6F69B}" dt="2024-05-31T18:32:37.061" v="296" actId="931"/>
          <ac:picMkLst>
            <pc:docMk/>
            <pc:sldMk cId="1181836309" sldId="271"/>
            <ac:picMk id="8" creationId="{091602B5-FDB8-D915-FFB6-A41B36F17344}"/>
          </ac:picMkLst>
        </pc:picChg>
      </pc:sldChg>
      <pc:sldChg chg="del">
        <pc:chgData name="Irfan Sheikh" userId="d6584adb700a76b5" providerId="LiveId" clId="{A46D4E46-3078-4B3A-90C8-D66EADB6F69B}" dt="2024-05-31T17:45:06.194" v="35" actId="47"/>
        <pc:sldMkLst>
          <pc:docMk/>
          <pc:sldMk cId="2286923795" sldId="271"/>
        </pc:sldMkLst>
      </pc:sldChg>
      <pc:sldChg chg="add del">
        <pc:chgData name="Irfan Sheikh" userId="d6584adb700a76b5" providerId="LiveId" clId="{A46D4E46-3078-4B3A-90C8-D66EADB6F69B}" dt="2024-05-31T17:48:45.261" v="100" actId="47"/>
        <pc:sldMkLst>
          <pc:docMk/>
          <pc:sldMk cId="1333275386" sldId="272"/>
        </pc:sldMkLst>
      </pc:sldChg>
      <pc:sldChg chg="del">
        <pc:chgData name="Irfan Sheikh" userId="d6584adb700a76b5" providerId="LiveId" clId="{A46D4E46-3078-4B3A-90C8-D66EADB6F69B}" dt="2024-05-31T17:45:06.695" v="36" actId="47"/>
        <pc:sldMkLst>
          <pc:docMk/>
          <pc:sldMk cId="1603109570" sldId="272"/>
        </pc:sldMkLst>
      </pc:sldChg>
      <pc:sldChg chg="addSp delSp modSp add mod">
        <pc:chgData name="Irfan Sheikh" userId="d6584adb700a76b5" providerId="LiveId" clId="{A46D4E46-3078-4B3A-90C8-D66EADB6F69B}" dt="2024-05-31T18:32:51.162" v="298" actId="931"/>
        <pc:sldMkLst>
          <pc:docMk/>
          <pc:sldMk cId="3972928659" sldId="272"/>
        </pc:sldMkLst>
        <pc:spChg chg="mod">
          <ac:chgData name="Irfan Sheikh" userId="d6584adb700a76b5" providerId="LiveId" clId="{A46D4E46-3078-4B3A-90C8-D66EADB6F69B}" dt="2024-05-31T17:53:32.741" v="178" actId="27636"/>
          <ac:spMkLst>
            <pc:docMk/>
            <pc:sldMk cId="3972928659" sldId="272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32:46.548" v="297" actId="931"/>
          <ac:spMkLst>
            <pc:docMk/>
            <pc:sldMk cId="3972928659" sldId="272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32:51.162" v="298" actId="931"/>
          <ac:spMkLst>
            <pc:docMk/>
            <pc:sldMk cId="3972928659" sldId="272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32:46.548" v="297" actId="931"/>
          <ac:picMkLst>
            <pc:docMk/>
            <pc:sldMk cId="3972928659" sldId="272"/>
            <ac:picMk id="4" creationId="{BA394F8E-5AC1-D4F0-A424-2549057F0113}"/>
          </ac:picMkLst>
        </pc:picChg>
        <pc:picChg chg="add mod">
          <ac:chgData name="Irfan Sheikh" userId="d6584adb700a76b5" providerId="LiveId" clId="{A46D4E46-3078-4B3A-90C8-D66EADB6F69B}" dt="2024-05-31T18:32:51.162" v="298" actId="931"/>
          <ac:picMkLst>
            <pc:docMk/>
            <pc:sldMk cId="3972928659" sldId="272"/>
            <ac:picMk id="8" creationId="{AE0713B5-68ED-D0AC-F961-D866E5EFE06B}"/>
          </ac:picMkLst>
        </pc:picChg>
      </pc:sldChg>
      <pc:sldChg chg="add del">
        <pc:chgData name="Irfan Sheikh" userId="d6584adb700a76b5" providerId="LiveId" clId="{A46D4E46-3078-4B3A-90C8-D66EADB6F69B}" dt="2024-05-31T17:48:46.487" v="101" actId="47"/>
        <pc:sldMkLst>
          <pc:docMk/>
          <pc:sldMk cId="1440431426" sldId="273"/>
        </pc:sldMkLst>
      </pc:sldChg>
      <pc:sldChg chg="addSp delSp modSp add mod">
        <pc:chgData name="Irfan Sheikh" userId="d6584adb700a76b5" providerId="LiveId" clId="{A46D4E46-3078-4B3A-90C8-D66EADB6F69B}" dt="2024-05-31T18:33:10.662" v="300" actId="931"/>
        <pc:sldMkLst>
          <pc:docMk/>
          <pc:sldMk cId="1499400311" sldId="273"/>
        </pc:sldMkLst>
        <pc:spChg chg="mod">
          <ac:chgData name="Irfan Sheikh" userId="d6584adb700a76b5" providerId="LiveId" clId="{A46D4E46-3078-4B3A-90C8-D66EADB6F69B}" dt="2024-05-31T17:53:59.710" v="184" actId="27636"/>
          <ac:spMkLst>
            <pc:docMk/>
            <pc:sldMk cId="1499400311" sldId="273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33:06.166" v="299" actId="931"/>
          <ac:spMkLst>
            <pc:docMk/>
            <pc:sldMk cId="1499400311" sldId="273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33:10.662" v="300" actId="931"/>
          <ac:spMkLst>
            <pc:docMk/>
            <pc:sldMk cId="1499400311" sldId="273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33:06.166" v="299" actId="931"/>
          <ac:picMkLst>
            <pc:docMk/>
            <pc:sldMk cId="1499400311" sldId="273"/>
            <ac:picMk id="4" creationId="{283A7125-C34B-6C58-EFFB-583DCA05AA03}"/>
          </ac:picMkLst>
        </pc:picChg>
        <pc:picChg chg="add mod">
          <ac:chgData name="Irfan Sheikh" userId="d6584adb700a76b5" providerId="LiveId" clId="{A46D4E46-3078-4B3A-90C8-D66EADB6F69B}" dt="2024-05-31T18:33:10.662" v="300" actId="931"/>
          <ac:picMkLst>
            <pc:docMk/>
            <pc:sldMk cId="1499400311" sldId="273"/>
            <ac:picMk id="8" creationId="{009301AB-B6A2-07CE-994B-5FF1F962EB5A}"/>
          </ac:picMkLst>
        </pc:picChg>
      </pc:sldChg>
      <pc:sldChg chg="del">
        <pc:chgData name="Irfan Sheikh" userId="d6584adb700a76b5" providerId="LiveId" clId="{A46D4E46-3078-4B3A-90C8-D66EADB6F69B}" dt="2024-05-31T17:45:07.165" v="37" actId="47"/>
        <pc:sldMkLst>
          <pc:docMk/>
          <pc:sldMk cId="4212891980" sldId="273"/>
        </pc:sldMkLst>
      </pc:sldChg>
      <pc:sldChg chg="add del">
        <pc:chgData name="Irfan Sheikh" userId="d6584adb700a76b5" providerId="LiveId" clId="{A46D4E46-3078-4B3A-90C8-D66EADB6F69B}" dt="2024-05-31T17:48:47.752" v="102" actId="47"/>
        <pc:sldMkLst>
          <pc:docMk/>
          <pc:sldMk cId="409007017" sldId="274"/>
        </pc:sldMkLst>
      </pc:sldChg>
      <pc:sldChg chg="del">
        <pc:chgData name="Irfan Sheikh" userId="d6584adb700a76b5" providerId="LiveId" clId="{A46D4E46-3078-4B3A-90C8-D66EADB6F69B}" dt="2024-05-31T17:45:07.646" v="38" actId="47"/>
        <pc:sldMkLst>
          <pc:docMk/>
          <pc:sldMk cId="1850874519" sldId="274"/>
        </pc:sldMkLst>
      </pc:sldChg>
      <pc:sldChg chg="addSp delSp modSp add mod">
        <pc:chgData name="Irfan Sheikh" userId="d6584adb700a76b5" providerId="LiveId" clId="{A46D4E46-3078-4B3A-90C8-D66EADB6F69B}" dt="2024-05-31T18:33:29.328" v="302" actId="931"/>
        <pc:sldMkLst>
          <pc:docMk/>
          <pc:sldMk cId="3181355389" sldId="274"/>
        </pc:sldMkLst>
        <pc:spChg chg="mod">
          <ac:chgData name="Irfan Sheikh" userId="d6584adb700a76b5" providerId="LiveId" clId="{A46D4E46-3078-4B3A-90C8-D66EADB6F69B}" dt="2024-05-31T17:54:39.077" v="190" actId="27636"/>
          <ac:spMkLst>
            <pc:docMk/>
            <pc:sldMk cId="3181355389" sldId="274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33:24.463" v="301" actId="931"/>
          <ac:spMkLst>
            <pc:docMk/>
            <pc:sldMk cId="3181355389" sldId="274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33:29.328" v="302" actId="931"/>
          <ac:spMkLst>
            <pc:docMk/>
            <pc:sldMk cId="3181355389" sldId="274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33:24.463" v="301" actId="931"/>
          <ac:picMkLst>
            <pc:docMk/>
            <pc:sldMk cId="3181355389" sldId="274"/>
            <ac:picMk id="4" creationId="{9127FF33-7808-9C94-8544-B1C239A9810C}"/>
          </ac:picMkLst>
        </pc:picChg>
        <pc:picChg chg="add mod">
          <ac:chgData name="Irfan Sheikh" userId="d6584adb700a76b5" providerId="LiveId" clId="{A46D4E46-3078-4B3A-90C8-D66EADB6F69B}" dt="2024-05-31T18:33:29.328" v="302" actId="931"/>
          <ac:picMkLst>
            <pc:docMk/>
            <pc:sldMk cId="3181355389" sldId="274"/>
            <ac:picMk id="8" creationId="{84B24046-538C-1AFF-7042-E94B2A9D1CF6}"/>
          </ac:picMkLst>
        </pc:picChg>
      </pc:sldChg>
      <pc:sldChg chg="del">
        <pc:chgData name="Irfan Sheikh" userId="d6584adb700a76b5" providerId="LiveId" clId="{A46D4E46-3078-4B3A-90C8-D66EADB6F69B}" dt="2024-05-31T17:45:08.148" v="39" actId="47"/>
        <pc:sldMkLst>
          <pc:docMk/>
          <pc:sldMk cId="274968530" sldId="275"/>
        </pc:sldMkLst>
      </pc:sldChg>
      <pc:sldChg chg="add del">
        <pc:chgData name="Irfan Sheikh" userId="d6584adb700a76b5" providerId="LiveId" clId="{A46D4E46-3078-4B3A-90C8-D66EADB6F69B}" dt="2024-05-31T17:48:49.008" v="103" actId="47"/>
        <pc:sldMkLst>
          <pc:docMk/>
          <pc:sldMk cId="2179118604" sldId="275"/>
        </pc:sldMkLst>
      </pc:sldChg>
      <pc:sldChg chg="addSp delSp modSp add mod">
        <pc:chgData name="Irfan Sheikh" userId="d6584adb700a76b5" providerId="LiveId" clId="{A46D4E46-3078-4B3A-90C8-D66EADB6F69B}" dt="2024-05-31T18:33:46.283" v="304" actId="931"/>
        <pc:sldMkLst>
          <pc:docMk/>
          <pc:sldMk cId="4177106379" sldId="275"/>
        </pc:sldMkLst>
        <pc:spChg chg="mod">
          <ac:chgData name="Irfan Sheikh" userId="d6584adb700a76b5" providerId="LiveId" clId="{A46D4E46-3078-4B3A-90C8-D66EADB6F69B}" dt="2024-05-31T17:55:14.902" v="196" actId="27636"/>
          <ac:spMkLst>
            <pc:docMk/>
            <pc:sldMk cId="4177106379" sldId="275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33:42.166" v="303" actId="931"/>
          <ac:spMkLst>
            <pc:docMk/>
            <pc:sldMk cId="4177106379" sldId="275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33:46.283" v="304" actId="931"/>
          <ac:spMkLst>
            <pc:docMk/>
            <pc:sldMk cId="4177106379" sldId="275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33:42.166" v="303" actId="931"/>
          <ac:picMkLst>
            <pc:docMk/>
            <pc:sldMk cId="4177106379" sldId="275"/>
            <ac:picMk id="4" creationId="{1A814F7C-FD43-E506-6AB3-0759F746CEB8}"/>
          </ac:picMkLst>
        </pc:picChg>
        <pc:picChg chg="add mod">
          <ac:chgData name="Irfan Sheikh" userId="d6584adb700a76b5" providerId="LiveId" clId="{A46D4E46-3078-4B3A-90C8-D66EADB6F69B}" dt="2024-05-31T18:33:46.283" v="304" actId="931"/>
          <ac:picMkLst>
            <pc:docMk/>
            <pc:sldMk cId="4177106379" sldId="275"/>
            <ac:picMk id="8" creationId="{9C728BB8-7A6E-6D8D-F1BB-0F7E7A00538B}"/>
          </ac:picMkLst>
        </pc:picChg>
      </pc:sldChg>
      <pc:sldChg chg="addSp delSp modSp add mod">
        <pc:chgData name="Irfan Sheikh" userId="d6584adb700a76b5" providerId="LiveId" clId="{A46D4E46-3078-4B3A-90C8-D66EADB6F69B}" dt="2024-05-31T18:34:04.539" v="306" actId="931"/>
        <pc:sldMkLst>
          <pc:docMk/>
          <pc:sldMk cId="770822238" sldId="276"/>
        </pc:sldMkLst>
        <pc:spChg chg="mod">
          <ac:chgData name="Irfan Sheikh" userId="d6584adb700a76b5" providerId="LiveId" clId="{A46D4E46-3078-4B3A-90C8-D66EADB6F69B}" dt="2024-05-31T17:55:42.466" v="202" actId="27636"/>
          <ac:spMkLst>
            <pc:docMk/>
            <pc:sldMk cId="770822238" sldId="276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33:56.843" v="305" actId="931"/>
          <ac:spMkLst>
            <pc:docMk/>
            <pc:sldMk cId="770822238" sldId="276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34:04.539" v="306" actId="931"/>
          <ac:spMkLst>
            <pc:docMk/>
            <pc:sldMk cId="770822238" sldId="276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33:56.843" v="305" actId="931"/>
          <ac:picMkLst>
            <pc:docMk/>
            <pc:sldMk cId="770822238" sldId="276"/>
            <ac:picMk id="4" creationId="{D00E050C-E41F-16CB-9910-0680F0936A8C}"/>
          </ac:picMkLst>
        </pc:picChg>
        <pc:picChg chg="add mod">
          <ac:chgData name="Irfan Sheikh" userId="d6584adb700a76b5" providerId="LiveId" clId="{A46D4E46-3078-4B3A-90C8-D66EADB6F69B}" dt="2024-05-31T18:34:04.539" v="306" actId="931"/>
          <ac:picMkLst>
            <pc:docMk/>
            <pc:sldMk cId="770822238" sldId="276"/>
            <ac:picMk id="8" creationId="{9FA67100-312D-AF5F-FC3C-30279E93345F}"/>
          </ac:picMkLst>
        </pc:picChg>
      </pc:sldChg>
      <pc:sldChg chg="add del">
        <pc:chgData name="Irfan Sheikh" userId="d6584adb700a76b5" providerId="LiveId" clId="{A46D4E46-3078-4B3A-90C8-D66EADB6F69B}" dt="2024-05-31T17:48:50.168" v="104" actId="47"/>
        <pc:sldMkLst>
          <pc:docMk/>
          <pc:sldMk cId="2784953656" sldId="276"/>
        </pc:sldMkLst>
      </pc:sldChg>
      <pc:sldChg chg="del">
        <pc:chgData name="Irfan Sheikh" userId="d6584adb700a76b5" providerId="LiveId" clId="{A46D4E46-3078-4B3A-90C8-D66EADB6F69B}" dt="2024-05-31T17:45:08.604" v="40" actId="47"/>
        <pc:sldMkLst>
          <pc:docMk/>
          <pc:sldMk cId="2833444309" sldId="276"/>
        </pc:sldMkLst>
      </pc:sldChg>
      <pc:sldChg chg="addSp delSp modSp add mod">
        <pc:chgData name="Irfan Sheikh" userId="d6584adb700a76b5" providerId="LiveId" clId="{A46D4E46-3078-4B3A-90C8-D66EADB6F69B}" dt="2024-05-31T18:34:37.326" v="308" actId="931"/>
        <pc:sldMkLst>
          <pc:docMk/>
          <pc:sldMk cId="1156018331" sldId="277"/>
        </pc:sldMkLst>
        <pc:spChg chg="mod">
          <ac:chgData name="Irfan Sheikh" userId="d6584adb700a76b5" providerId="LiveId" clId="{A46D4E46-3078-4B3A-90C8-D66EADB6F69B}" dt="2024-05-31T17:56:08.581" v="208" actId="27636"/>
          <ac:spMkLst>
            <pc:docMk/>
            <pc:sldMk cId="1156018331" sldId="277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34:16.263" v="307" actId="931"/>
          <ac:spMkLst>
            <pc:docMk/>
            <pc:sldMk cId="1156018331" sldId="277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34:37.326" v="308" actId="931"/>
          <ac:spMkLst>
            <pc:docMk/>
            <pc:sldMk cId="1156018331" sldId="277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34:16.263" v="307" actId="931"/>
          <ac:picMkLst>
            <pc:docMk/>
            <pc:sldMk cId="1156018331" sldId="277"/>
            <ac:picMk id="4" creationId="{6487D70A-DF0F-5D64-6238-ACE40C69B368}"/>
          </ac:picMkLst>
        </pc:picChg>
        <pc:picChg chg="add mod">
          <ac:chgData name="Irfan Sheikh" userId="d6584adb700a76b5" providerId="LiveId" clId="{A46D4E46-3078-4B3A-90C8-D66EADB6F69B}" dt="2024-05-31T18:34:37.326" v="308" actId="931"/>
          <ac:picMkLst>
            <pc:docMk/>
            <pc:sldMk cId="1156018331" sldId="277"/>
            <ac:picMk id="8" creationId="{29B8F5AC-2347-A725-B7A5-B370DA51A009}"/>
          </ac:picMkLst>
        </pc:picChg>
      </pc:sldChg>
      <pc:sldChg chg="add del">
        <pc:chgData name="Irfan Sheikh" userId="d6584adb700a76b5" providerId="LiveId" clId="{A46D4E46-3078-4B3A-90C8-D66EADB6F69B}" dt="2024-05-31T17:48:51.304" v="105" actId="47"/>
        <pc:sldMkLst>
          <pc:docMk/>
          <pc:sldMk cId="2954118836" sldId="277"/>
        </pc:sldMkLst>
      </pc:sldChg>
      <pc:sldChg chg="del">
        <pc:chgData name="Irfan Sheikh" userId="d6584adb700a76b5" providerId="LiveId" clId="{A46D4E46-3078-4B3A-90C8-D66EADB6F69B}" dt="2024-05-31T17:45:09.028" v="41" actId="47"/>
        <pc:sldMkLst>
          <pc:docMk/>
          <pc:sldMk cId="3866421504" sldId="277"/>
        </pc:sldMkLst>
      </pc:sldChg>
      <pc:sldChg chg="del">
        <pc:chgData name="Irfan Sheikh" userId="d6584adb700a76b5" providerId="LiveId" clId="{A46D4E46-3078-4B3A-90C8-D66EADB6F69B}" dt="2024-05-31T17:45:09.483" v="42" actId="47"/>
        <pc:sldMkLst>
          <pc:docMk/>
          <pc:sldMk cId="130167140" sldId="278"/>
        </pc:sldMkLst>
      </pc:sldChg>
      <pc:sldChg chg="addSp delSp modSp add mod">
        <pc:chgData name="Irfan Sheikh" userId="d6584adb700a76b5" providerId="LiveId" clId="{A46D4E46-3078-4B3A-90C8-D66EADB6F69B}" dt="2024-05-31T18:36:02.053" v="312" actId="931"/>
        <pc:sldMkLst>
          <pc:docMk/>
          <pc:sldMk cId="949846612" sldId="278"/>
        </pc:sldMkLst>
        <pc:spChg chg="mod">
          <ac:chgData name="Irfan Sheikh" userId="d6584adb700a76b5" providerId="LiveId" clId="{A46D4E46-3078-4B3A-90C8-D66EADB6F69B}" dt="2024-05-31T17:56:37.274" v="214" actId="27636"/>
          <ac:spMkLst>
            <pc:docMk/>
            <pc:sldMk cId="949846612" sldId="278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35:31.248" v="309" actId="931"/>
          <ac:spMkLst>
            <pc:docMk/>
            <pc:sldMk cId="949846612" sldId="278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36:02.053" v="312" actId="931"/>
          <ac:spMkLst>
            <pc:docMk/>
            <pc:sldMk cId="949846612" sldId="278"/>
            <ac:spMk id="6" creationId="{4C2C4D54-1F50-B5C2-6EE9-A2DCA5004916}"/>
          </ac:spMkLst>
        </pc:spChg>
        <pc:spChg chg="add del mod">
          <ac:chgData name="Irfan Sheikh" userId="d6584adb700a76b5" providerId="LiveId" clId="{A46D4E46-3078-4B3A-90C8-D66EADB6F69B}" dt="2024-05-31T18:35:47.335" v="311" actId="931"/>
          <ac:spMkLst>
            <pc:docMk/>
            <pc:sldMk cId="949846612" sldId="278"/>
            <ac:spMk id="8" creationId="{4FF8B0B2-7D95-2057-72AF-8DC0F3A176AA}"/>
          </ac:spMkLst>
        </pc:spChg>
        <pc:picChg chg="add del mod">
          <ac:chgData name="Irfan Sheikh" userId="d6584adb700a76b5" providerId="LiveId" clId="{A46D4E46-3078-4B3A-90C8-D66EADB6F69B}" dt="2024-05-31T18:35:34.268" v="310" actId="478"/>
          <ac:picMkLst>
            <pc:docMk/>
            <pc:sldMk cId="949846612" sldId="278"/>
            <ac:picMk id="4" creationId="{8C5BA098-CFFA-1D9D-9F90-CCDBA950F7CB}"/>
          </ac:picMkLst>
        </pc:picChg>
        <pc:picChg chg="add mod">
          <ac:chgData name="Irfan Sheikh" userId="d6584adb700a76b5" providerId="LiveId" clId="{A46D4E46-3078-4B3A-90C8-D66EADB6F69B}" dt="2024-05-31T18:35:47.335" v="311" actId="931"/>
          <ac:picMkLst>
            <pc:docMk/>
            <pc:sldMk cId="949846612" sldId="278"/>
            <ac:picMk id="10" creationId="{23C2902C-79ED-F060-1364-3EBEF02929FC}"/>
          </ac:picMkLst>
        </pc:picChg>
        <pc:picChg chg="add mod">
          <ac:chgData name="Irfan Sheikh" userId="d6584adb700a76b5" providerId="LiveId" clId="{A46D4E46-3078-4B3A-90C8-D66EADB6F69B}" dt="2024-05-31T18:36:02.053" v="312" actId="931"/>
          <ac:picMkLst>
            <pc:docMk/>
            <pc:sldMk cId="949846612" sldId="278"/>
            <ac:picMk id="12" creationId="{3E656190-CE91-D6D1-A9DB-A0051762F66E}"/>
          </ac:picMkLst>
        </pc:picChg>
      </pc:sldChg>
      <pc:sldChg chg="add del">
        <pc:chgData name="Irfan Sheikh" userId="d6584adb700a76b5" providerId="LiveId" clId="{A46D4E46-3078-4B3A-90C8-D66EADB6F69B}" dt="2024-05-31T17:48:52.407" v="106" actId="47"/>
        <pc:sldMkLst>
          <pc:docMk/>
          <pc:sldMk cId="2078588276" sldId="278"/>
        </pc:sldMkLst>
      </pc:sldChg>
      <pc:sldChg chg="del">
        <pc:chgData name="Irfan Sheikh" userId="d6584adb700a76b5" providerId="LiveId" clId="{A46D4E46-3078-4B3A-90C8-D66EADB6F69B}" dt="2024-05-31T17:45:09.912" v="43" actId="47"/>
        <pc:sldMkLst>
          <pc:docMk/>
          <pc:sldMk cId="2784355380" sldId="279"/>
        </pc:sldMkLst>
      </pc:sldChg>
      <pc:sldChg chg="addSp delSp modSp add mod">
        <pc:chgData name="Irfan Sheikh" userId="d6584adb700a76b5" providerId="LiveId" clId="{A46D4E46-3078-4B3A-90C8-D66EADB6F69B}" dt="2024-05-31T18:36:33.487" v="314" actId="931"/>
        <pc:sldMkLst>
          <pc:docMk/>
          <pc:sldMk cId="2793107151" sldId="279"/>
        </pc:sldMkLst>
        <pc:spChg chg="mod">
          <ac:chgData name="Irfan Sheikh" userId="d6584adb700a76b5" providerId="LiveId" clId="{A46D4E46-3078-4B3A-90C8-D66EADB6F69B}" dt="2024-05-31T17:57:13.589" v="220" actId="27636"/>
          <ac:spMkLst>
            <pc:docMk/>
            <pc:sldMk cId="2793107151" sldId="279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36:27.898" v="313" actId="931"/>
          <ac:spMkLst>
            <pc:docMk/>
            <pc:sldMk cId="2793107151" sldId="279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36:33.487" v="314" actId="931"/>
          <ac:spMkLst>
            <pc:docMk/>
            <pc:sldMk cId="2793107151" sldId="279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36:27.898" v="313" actId="931"/>
          <ac:picMkLst>
            <pc:docMk/>
            <pc:sldMk cId="2793107151" sldId="279"/>
            <ac:picMk id="4" creationId="{F25E98EE-803C-CE33-3C01-5ABCA92FA2C9}"/>
          </ac:picMkLst>
        </pc:picChg>
        <pc:picChg chg="add mod">
          <ac:chgData name="Irfan Sheikh" userId="d6584adb700a76b5" providerId="LiveId" clId="{A46D4E46-3078-4B3A-90C8-D66EADB6F69B}" dt="2024-05-31T18:36:33.487" v="314" actId="931"/>
          <ac:picMkLst>
            <pc:docMk/>
            <pc:sldMk cId="2793107151" sldId="279"/>
            <ac:picMk id="8" creationId="{58F07D95-EAAE-9709-B6F1-D57E5BDE11A1}"/>
          </ac:picMkLst>
        </pc:picChg>
      </pc:sldChg>
      <pc:sldChg chg="add del">
        <pc:chgData name="Irfan Sheikh" userId="d6584adb700a76b5" providerId="LiveId" clId="{A46D4E46-3078-4B3A-90C8-D66EADB6F69B}" dt="2024-05-31T17:48:53.415" v="107" actId="47"/>
        <pc:sldMkLst>
          <pc:docMk/>
          <pc:sldMk cId="3956444341" sldId="279"/>
        </pc:sldMkLst>
      </pc:sldChg>
      <pc:sldChg chg="del">
        <pc:chgData name="Irfan Sheikh" userId="d6584adb700a76b5" providerId="LiveId" clId="{A46D4E46-3078-4B3A-90C8-D66EADB6F69B}" dt="2024-05-31T17:45:10.330" v="44" actId="47"/>
        <pc:sldMkLst>
          <pc:docMk/>
          <pc:sldMk cId="544596630" sldId="280"/>
        </pc:sldMkLst>
      </pc:sldChg>
      <pc:sldChg chg="add del">
        <pc:chgData name="Irfan Sheikh" userId="d6584adb700a76b5" providerId="LiveId" clId="{A46D4E46-3078-4B3A-90C8-D66EADB6F69B}" dt="2024-05-31T17:48:54.613" v="108" actId="47"/>
        <pc:sldMkLst>
          <pc:docMk/>
          <pc:sldMk cId="2453777812" sldId="280"/>
        </pc:sldMkLst>
      </pc:sldChg>
      <pc:sldChg chg="addSp delSp modSp add mod">
        <pc:chgData name="Irfan Sheikh" userId="d6584adb700a76b5" providerId="LiveId" clId="{A46D4E46-3078-4B3A-90C8-D66EADB6F69B}" dt="2024-05-31T18:36:49.261" v="316" actId="931"/>
        <pc:sldMkLst>
          <pc:docMk/>
          <pc:sldMk cId="3506838076" sldId="280"/>
        </pc:sldMkLst>
        <pc:spChg chg="mod">
          <ac:chgData name="Irfan Sheikh" userId="d6584adb700a76b5" providerId="LiveId" clId="{A46D4E46-3078-4B3A-90C8-D66EADB6F69B}" dt="2024-05-31T17:57:39.754" v="226" actId="27636"/>
          <ac:spMkLst>
            <pc:docMk/>
            <pc:sldMk cId="3506838076" sldId="280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36:45.466" v="315" actId="931"/>
          <ac:spMkLst>
            <pc:docMk/>
            <pc:sldMk cId="3506838076" sldId="280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36:49.261" v="316" actId="931"/>
          <ac:spMkLst>
            <pc:docMk/>
            <pc:sldMk cId="3506838076" sldId="280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36:45.466" v="315" actId="931"/>
          <ac:picMkLst>
            <pc:docMk/>
            <pc:sldMk cId="3506838076" sldId="280"/>
            <ac:picMk id="4" creationId="{E9652756-06BE-922C-FD69-4517EB6F78F8}"/>
          </ac:picMkLst>
        </pc:picChg>
        <pc:picChg chg="add mod">
          <ac:chgData name="Irfan Sheikh" userId="d6584adb700a76b5" providerId="LiveId" clId="{A46D4E46-3078-4B3A-90C8-D66EADB6F69B}" dt="2024-05-31T18:36:49.261" v="316" actId="931"/>
          <ac:picMkLst>
            <pc:docMk/>
            <pc:sldMk cId="3506838076" sldId="280"/>
            <ac:picMk id="8" creationId="{2A6B497C-E8DF-0C94-5F1F-3D5652107A12}"/>
          </ac:picMkLst>
        </pc:picChg>
      </pc:sldChg>
      <pc:sldChg chg="del">
        <pc:chgData name="Irfan Sheikh" userId="d6584adb700a76b5" providerId="LiveId" clId="{A46D4E46-3078-4B3A-90C8-D66EADB6F69B}" dt="2024-05-31T17:45:10.757" v="45" actId="47"/>
        <pc:sldMkLst>
          <pc:docMk/>
          <pc:sldMk cId="178219835" sldId="281"/>
        </pc:sldMkLst>
      </pc:sldChg>
      <pc:sldChg chg="addSp delSp modSp add mod">
        <pc:chgData name="Irfan Sheikh" userId="d6584adb700a76b5" providerId="LiveId" clId="{A46D4E46-3078-4B3A-90C8-D66EADB6F69B}" dt="2024-05-31T18:37:05.693" v="318" actId="931"/>
        <pc:sldMkLst>
          <pc:docMk/>
          <pc:sldMk cId="1100050896" sldId="281"/>
        </pc:sldMkLst>
        <pc:spChg chg="mod">
          <ac:chgData name="Irfan Sheikh" userId="d6584adb700a76b5" providerId="LiveId" clId="{A46D4E46-3078-4B3A-90C8-D66EADB6F69B}" dt="2024-05-31T17:58:11.730" v="232" actId="27636"/>
          <ac:spMkLst>
            <pc:docMk/>
            <pc:sldMk cId="1100050896" sldId="281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37:01.764" v="317" actId="931"/>
          <ac:spMkLst>
            <pc:docMk/>
            <pc:sldMk cId="1100050896" sldId="281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37:05.693" v="318" actId="931"/>
          <ac:spMkLst>
            <pc:docMk/>
            <pc:sldMk cId="1100050896" sldId="281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37:01.764" v="317" actId="931"/>
          <ac:picMkLst>
            <pc:docMk/>
            <pc:sldMk cId="1100050896" sldId="281"/>
            <ac:picMk id="4" creationId="{2C848CE6-B655-3C3D-07FE-4A3C8C78DA0C}"/>
          </ac:picMkLst>
        </pc:picChg>
        <pc:picChg chg="add mod">
          <ac:chgData name="Irfan Sheikh" userId="d6584adb700a76b5" providerId="LiveId" clId="{A46D4E46-3078-4B3A-90C8-D66EADB6F69B}" dt="2024-05-31T18:37:05.693" v="318" actId="931"/>
          <ac:picMkLst>
            <pc:docMk/>
            <pc:sldMk cId="1100050896" sldId="281"/>
            <ac:picMk id="8" creationId="{DD20CC02-F210-3886-76FA-30BC3893A257}"/>
          </ac:picMkLst>
        </pc:picChg>
      </pc:sldChg>
      <pc:sldChg chg="add del">
        <pc:chgData name="Irfan Sheikh" userId="d6584adb700a76b5" providerId="LiveId" clId="{A46D4E46-3078-4B3A-90C8-D66EADB6F69B}" dt="2024-05-31T17:48:55.564" v="109" actId="47"/>
        <pc:sldMkLst>
          <pc:docMk/>
          <pc:sldMk cId="2563426108" sldId="281"/>
        </pc:sldMkLst>
      </pc:sldChg>
      <pc:sldChg chg="del">
        <pc:chgData name="Irfan Sheikh" userId="d6584adb700a76b5" providerId="LiveId" clId="{A46D4E46-3078-4B3A-90C8-D66EADB6F69B}" dt="2024-05-31T17:45:11.164" v="46" actId="47"/>
        <pc:sldMkLst>
          <pc:docMk/>
          <pc:sldMk cId="2443070866" sldId="282"/>
        </pc:sldMkLst>
      </pc:sldChg>
      <pc:sldChg chg="addSp delSp modSp add mod">
        <pc:chgData name="Irfan Sheikh" userId="d6584adb700a76b5" providerId="LiveId" clId="{A46D4E46-3078-4B3A-90C8-D66EADB6F69B}" dt="2024-05-31T18:37:19.405" v="320" actId="931"/>
        <pc:sldMkLst>
          <pc:docMk/>
          <pc:sldMk cId="2460762082" sldId="282"/>
        </pc:sldMkLst>
        <pc:spChg chg="mod">
          <ac:chgData name="Irfan Sheikh" userId="d6584adb700a76b5" providerId="LiveId" clId="{A46D4E46-3078-4B3A-90C8-D66EADB6F69B}" dt="2024-05-31T17:58:42.661" v="238" actId="27636"/>
          <ac:spMkLst>
            <pc:docMk/>
            <pc:sldMk cId="2460762082" sldId="282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37:14.939" v="319" actId="931"/>
          <ac:spMkLst>
            <pc:docMk/>
            <pc:sldMk cId="2460762082" sldId="282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37:19.405" v="320" actId="931"/>
          <ac:spMkLst>
            <pc:docMk/>
            <pc:sldMk cId="2460762082" sldId="282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37:14.939" v="319" actId="931"/>
          <ac:picMkLst>
            <pc:docMk/>
            <pc:sldMk cId="2460762082" sldId="282"/>
            <ac:picMk id="4" creationId="{213FF709-B627-1BEB-1D11-303D7D02722E}"/>
          </ac:picMkLst>
        </pc:picChg>
        <pc:picChg chg="add mod">
          <ac:chgData name="Irfan Sheikh" userId="d6584adb700a76b5" providerId="LiveId" clId="{A46D4E46-3078-4B3A-90C8-D66EADB6F69B}" dt="2024-05-31T18:37:19.405" v="320" actId="931"/>
          <ac:picMkLst>
            <pc:docMk/>
            <pc:sldMk cId="2460762082" sldId="282"/>
            <ac:picMk id="8" creationId="{80E269BB-E7D5-A2E8-5FDB-10CF6E94894D}"/>
          </ac:picMkLst>
        </pc:picChg>
      </pc:sldChg>
      <pc:sldChg chg="add del">
        <pc:chgData name="Irfan Sheikh" userId="d6584adb700a76b5" providerId="LiveId" clId="{A46D4E46-3078-4B3A-90C8-D66EADB6F69B}" dt="2024-05-31T17:48:56.418" v="110" actId="47"/>
        <pc:sldMkLst>
          <pc:docMk/>
          <pc:sldMk cId="3755465498" sldId="282"/>
        </pc:sldMkLst>
      </pc:sldChg>
      <pc:sldChg chg="del">
        <pc:chgData name="Irfan Sheikh" userId="d6584adb700a76b5" providerId="LiveId" clId="{A46D4E46-3078-4B3A-90C8-D66EADB6F69B}" dt="2024-05-31T17:45:11.596" v="47" actId="47"/>
        <pc:sldMkLst>
          <pc:docMk/>
          <pc:sldMk cId="455564623" sldId="283"/>
        </pc:sldMkLst>
      </pc:sldChg>
      <pc:sldChg chg="add del">
        <pc:chgData name="Irfan Sheikh" userId="d6584adb700a76b5" providerId="LiveId" clId="{A46D4E46-3078-4B3A-90C8-D66EADB6F69B}" dt="2024-05-31T17:48:57.451" v="111" actId="47"/>
        <pc:sldMkLst>
          <pc:docMk/>
          <pc:sldMk cId="2301278904" sldId="283"/>
        </pc:sldMkLst>
      </pc:sldChg>
      <pc:sldChg chg="addSp delSp modSp add mod">
        <pc:chgData name="Irfan Sheikh" userId="d6584adb700a76b5" providerId="LiveId" clId="{A46D4E46-3078-4B3A-90C8-D66EADB6F69B}" dt="2024-05-31T18:38:19.383" v="322" actId="931"/>
        <pc:sldMkLst>
          <pc:docMk/>
          <pc:sldMk cId="2963508834" sldId="283"/>
        </pc:sldMkLst>
        <pc:spChg chg="mod">
          <ac:chgData name="Irfan Sheikh" userId="d6584adb700a76b5" providerId="LiveId" clId="{A46D4E46-3078-4B3A-90C8-D66EADB6F69B}" dt="2024-05-31T17:59:10.164" v="244" actId="27636"/>
          <ac:spMkLst>
            <pc:docMk/>
            <pc:sldMk cId="2963508834" sldId="283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38:15.709" v="321" actId="931"/>
          <ac:spMkLst>
            <pc:docMk/>
            <pc:sldMk cId="2963508834" sldId="283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38:19.383" v="322" actId="931"/>
          <ac:spMkLst>
            <pc:docMk/>
            <pc:sldMk cId="2963508834" sldId="283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38:15.709" v="321" actId="931"/>
          <ac:picMkLst>
            <pc:docMk/>
            <pc:sldMk cId="2963508834" sldId="283"/>
            <ac:picMk id="4" creationId="{7D00D911-006C-F68D-217E-47E448CB25C8}"/>
          </ac:picMkLst>
        </pc:picChg>
        <pc:picChg chg="add mod">
          <ac:chgData name="Irfan Sheikh" userId="d6584adb700a76b5" providerId="LiveId" clId="{A46D4E46-3078-4B3A-90C8-D66EADB6F69B}" dt="2024-05-31T18:38:19.383" v="322" actId="931"/>
          <ac:picMkLst>
            <pc:docMk/>
            <pc:sldMk cId="2963508834" sldId="283"/>
            <ac:picMk id="8" creationId="{CD14880E-5333-00E9-C20C-269F9EE23C03}"/>
          </ac:picMkLst>
        </pc:picChg>
      </pc:sldChg>
      <pc:sldChg chg="addSp delSp modSp add mod">
        <pc:chgData name="Irfan Sheikh" userId="d6584adb700a76b5" providerId="LiveId" clId="{A46D4E46-3078-4B3A-90C8-D66EADB6F69B}" dt="2024-05-31T18:39:52.775" v="324" actId="931"/>
        <pc:sldMkLst>
          <pc:docMk/>
          <pc:sldMk cId="78328749" sldId="284"/>
        </pc:sldMkLst>
        <pc:spChg chg="mod">
          <ac:chgData name="Irfan Sheikh" userId="d6584adb700a76b5" providerId="LiveId" clId="{A46D4E46-3078-4B3A-90C8-D66EADB6F69B}" dt="2024-05-31T17:59:38.847" v="250" actId="27636"/>
          <ac:spMkLst>
            <pc:docMk/>
            <pc:sldMk cId="78328749" sldId="284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39:38.086" v="323" actId="931"/>
          <ac:spMkLst>
            <pc:docMk/>
            <pc:sldMk cId="78328749" sldId="284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39:52.775" v="324" actId="931"/>
          <ac:spMkLst>
            <pc:docMk/>
            <pc:sldMk cId="78328749" sldId="284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39:38.086" v="323" actId="931"/>
          <ac:picMkLst>
            <pc:docMk/>
            <pc:sldMk cId="78328749" sldId="284"/>
            <ac:picMk id="4" creationId="{9B5B3DD5-6EB9-5644-86BC-F82352E34270}"/>
          </ac:picMkLst>
        </pc:picChg>
        <pc:picChg chg="add mod">
          <ac:chgData name="Irfan Sheikh" userId="d6584adb700a76b5" providerId="LiveId" clId="{A46D4E46-3078-4B3A-90C8-D66EADB6F69B}" dt="2024-05-31T18:39:52.775" v="324" actId="931"/>
          <ac:picMkLst>
            <pc:docMk/>
            <pc:sldMk cId="78328749" sldId="284"/>
            <ac:picMk id="8" creationId="{DAC79F72-E9B1-67EE-7241-8950E2B4B926}"/>
          </ac:picMkLst>
        </pc:picChg>
      </pc:sldChg>
      <pc:sldChg chg="add del">
        <pc:chgData name="Irfan Sheikh" userId="d6584adb700a76b5" providerId="LiveId" clId="{A46D4E46-3078-4B3A-90C8-D66EADB6F69B}" dt="2024-05-31T17:48:58.363" v="112" actId="47"/>
        <pc:sldMkLst>
          <pc:docMk/>
          <pc:sldMk cId="998155560" sldId="284"/>
        </pc:sldMkLst>
      </pc:sldChg>
      <pc:sldChg chg="del">
        <pc:chgData name="Irfan Sheikh" userId="d6584adb700a76b5" providerId="LiveId" clId="{A46D4E46-3078-4B3A-90C8-D66EADB6F69B}" dt="2024-05-31T17:45:12.005" v="48" actId="47"/>
        <pc:sldMkLst>
          <pc:docMk/>
          <pc:sldMk cId="2451383250" sldId="284"/>
        </pc:sldMkLst>
      </pc:sldChg>
      <pc:sldChg chg="add del">
        <pc:chgData name="Irfan Sheikh" userId="d6584adb700a76b5" providerId="LiveId" clId="{A46D4E46-3078-4B3A-90C8-D66EADB6F69B}" dt="2024-05-31T17:48:59.240" v="113" actId="47"/>
        <pc:sldMkLst>
          <pc:docMk/>
          <pc:sldMk cId="870134241" sldId="285"/>
        </pc:sldMkLst>
      </pc:sldChg>
      <pc:sldChg chg="addSp delSp modSp add mod">
        <pc:chgData name="Irfan Sheikh" userId="d6584adb700a76b5" providerId="LiveId" clId="{A46D4E46-3078-4B3A-90C8-D66EADB6F69B}" dt="2024-05-31T18:41:04.845" v="329" actId="14100"/>
        <pc:sldMkLst>
          <pc:docMk/>
          <pc:sldMk cId="1071806587" sldId="285"/>
        </pc:sldMkLst>
        <pc:spChg chg="mod">
          <ac:chgData name="Irfan Sheikh" userId="d6584adb700a76b5" providerId="LiveId" clId="{A46D4E46-3078-4B3A-90C8-D66EADB6F69B}" dt="2024-05-31T18:00:48.825" v="256" actId="27636"/>
          <ac:spMkLst>
            <pc:docMk/>
            <pc:sldMk cId="1071806587" sldId="285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40:24.306" v="325" actId="931"/>
          <ac:spMkLst>
            <pc:docMk/>
            <pc:sldMk cId="1071806587" sldId="285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40:31.199" v="326" actId="931"/>
          <ac:spMkLst>
            <pc:docMk/>
            <pc:sldMk cId="1071806587" sldId="285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40:24.306" v="325" actId="931"/>
          <ac:picMkLst>
            <pc:docMk/>
            <pc:sldMk cId="1071806587" sldId="285"/>
            <ac:picMk id="4" creationId="{9E973652-5A60-7744-6533-C66AAE94301B}"/>
          </ac:picMkLst>
        </pc:picChg>
        <pc:picChg chg="add mod">
          <ac:chgData name="Irfan Sheikh" userId="d6584adb700a76b5" providerId="LiveId" clId="{A46D4E46-3078-4B3A-90C8-D66EADB6F69B}" dt="2024-05-31T18:41:04.845" v="329" actId="14100"/>
          <ac:picMkLst>
            <pc:docMk/>
            <pc:sldMk cId="1071806587" sldId="285"/>
            <ac:picMk id="8" creationId="{30A61658-5E4C-5DD2-2122-2FB801E69D6A}"/>
          </ac:picMkLst>
        </pc:picChg>
      </pc:sldChg>
      <pc:sldChg chg="del">
        <pc:chgData name="Irfan Sheikh" userId="d6584adb700a76b5" providerId="LiveId" clId="{A46D4E46-3078-4B3A-90C8-D66EADB6F69B}" dt="2024-05-31T17:45:12.416" v="49" actId="47"/>
        <pc:sldMkLst>
          <pc:docMk/>
          <pc:sldMk cId="1447928717" sldId="285"/>
        </pc:sldMkLst>
      </pc:sldChg>
      <pc:sldChg chg="del">
        <pc:chgData name="Irfan Sheikh" userId="d6584adb700a76b5" providerId="LiveId" clId="{A46D4E46-3078-4B3A-90C8-D66EADB6F69B}" dt="2024-05-31T17:45:12.827" v="50" actId="47"/>
        <pc:sldMkLst>
          <pc:docMk/>
          <pc:sldMk cId="1622201318" sldId="286"/>
        </pc:sldMkLst>
      </pc:sldChg>
      <pc:sldChg chg="addSp delSp modSp add mod">
        <pc:chgData name="Irfan Sheikh" userId="d6584adb700a76b5" providerId="LiveId" clId="{A46D4E46-3078-4B3A-90C8-D66EADB6F69B}" dt="2024-05-31T18:41:24.305" v="331" actId="931"/>
        <pc:sldMkLst>
          <pc:docMk/>
          <pc:sldMk cId="1900774026" sldId="286"/>
        </pc:sldMkLst>
        <pc:spChg chg="mod">
          <ac:chgData name="Irfan Sheikh" userId="d6584adb700a76b5" providerId="LiveId" clId="{A46D4E46-3078-4B3A-90C8-D66EADB6F69B}" dt="2024-05-31T18:01:12.982" v="262" actId="27636"/>
          <ac:spMkLst>
            <pc:docMk/>
            <pc:sldMk cId="1900774026" sldId="286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41:19.644" v="330" actId="931"/>
          <ac:spMkLst>
            <pc:docMk/>
            <pc:sldMk cId="1900774026" sldId="286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41:24.305" v="331" actId="931"/>
          <ac:spMkLst>
            <pc:docMk/>
            <pc:sldMk cId="1900774026" sldId="286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41:19.644" v="330" actId="931"/>
          <ac:picMkLst>
            <pc:docMk/>
            <pc:sldMk cId="1900774026" sldId="286"/>
            <ac:picMk id="4" creationId="{ADB4C859-D4AC-DD02-ECCD-536269FD9588}"/>
          </ac:picMkLst>
        </pc:picChg>
        <pc:picChg chg="add mod">
          <ac:chgData name="Irfan Sheikh" userId="d6584adb700a76b5" providerId="LiveId" clId="{A46D4E46-3078-4B3A-90C8-D66EADB6F69B}" dt="2024-05-31T18:41:24.305" v="331" actId="931"/>
          <ac:picMkLst>
            <pc:docMk/>
            <pc:sldMk cId="1900774026" sldId="286"/>
            <ac:picMk id="8" creationId="{13012D6B-6B9C-9D5D-2C11-87BF9296C33C}"/>
          </ac:picMkLst>
        </pc:picChg>
      </pc:sldChg>
      <pc:sldChg chg="add del">
        <pc:chgData name="Irfan Sheikh" userId="d6584adb700a76b5" providerId="LiveId" clId="{A46D4E46-3078-4B3A-90C8-D66EADB6F69B}" dt="2024-05-31T17:48:59.948" v="114" actId="47"/>
        <pc:sldMkLst>
          <pc:docMk/>
          <pc:sldMk cId="2231332973" sldId="286"/>
        </pc:sldMkLst>
      </pc:sldChg>
      <pc:sldChg chg="del">
        <pc:chgData name="Irfan Sheikh" userId="d6584adb700a76b5" providerId="LiveId" clId="{A46D4E46-3078-4B3A-90C8-D66EADB6F69B}" dt="2024-05-31T17:45:13.244" v="51" actId="47"/>
        <pc:sldMkLst>
          <pc:docMk/>
          <pc:sldMk cId="867948938" sldId="287"/>
        </pc:sldMkLst>
      </pc:sldChg>
      <pc:sldChg chg="add del">
        <pc:chgData name="Irfan Sheikh" userId="d6584adb700a76b5" providerId="LiveId" clId="{A46D4E46-3078-4B3A-90C8-D66EADB6F69B}" dt="2024-05-31T17:49:02.345" v="115" actId="47"/>
        <pc:sldMkLst>
          <pc:docMk/>
          <pc:sldMk cId="879959915" sldId="287"/>
        </pc:sldMkLst>
      </pc:sldChg>
      <pc:sldChg chg="addSp delSp modSp add mod">
        <pc:chgData name="Irfan Sheikh" userId="d6584adb700a76b5" providerId="LiveId" clId="{A46D4E46-3078-4B3A-90C8-D66EADB6F69B}" dt="2024-05-31T18:41:41.847" v="333" actId="931"/>
        <pc:sldMkLst>
          <pc:docMk/>
          <pc:sldMk cId="1188612039" sldId="287"/>
        </pc:sldMkLst>
        <pc:spChg chg="mod">
          <ac:chgData name="Irfan Sheikh" userId="d6584adb700a76b5" providerId="LiveId" clId="{A46D4E46-3078-4B3A-90C8-D66EADB6F69B}" dt="2024-05-31T18:01:39.599" v="268" actId="27636"/>
          <ac:spMkLst>
            <pc:docMk/>
            <pc:sldMk cId="1188612039" sldId="287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41:35.052" v="332" actId="931"/>
          <ac:spMkLst>
            <pc:docMk/>
            <pc:sldMk cId="1188612039" sldId="287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41:41.847" v="333" actId="931"/>
          <ac:spMkLst>
            <pc:docMk/>
            <pc:sldMk cId="1188612039" sldId="287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41:35.052" v="332" actId="931"/>
          <ac:picMkLst>
            <pc:docMk/>
            <pc:sldMk cId="1188612039" sldId="287"/>
            <ac:picMk id="4" creationId="{A72DC616-60C0-B344-EDDB-E2E912A849B7}"/>
          </ac:picMkLst>
        </pc:picChg>
        <pc:picChg chg="add mod">
          <ac:chgData name="Irfan Sheikh" userId="d6584adb700a76b5" providerId="LiveId" clId="{A46D4E46-3078-4B3A-90C8-D66EADB6F69B}" dt="2024-05-31T18:41:41.847" v="333" actId="931"/>
          <ac:picMkLst>
            <pc:docMk/>
            <pc:sldMk cId="1188612039" sldId="287"/>
            <ac:picMk id="8" creationId="{B349EF07-6FC6-71F6-733E-BD02775BA09F}"/>
          </ac:picMkLst>
        </pc:picChg>
      </pc:sldChg>
      <pc:sldChg chg="add del">
        <pc:chgData name="Irfan Sheikh" userId="d6584adb700a76b5" providerId="LiveId" clId="{A46D4E46-3078-4B3A-90C8-D66EADB6F69B}" dt="2024-05-31T17:49:03.328" v="116" actId="47"/>
        <pc:sldMkLst>
          <pc:docMk/>
          <pc:sldMk cId="485359863" sldId="288"/>
        </pc:sldMkLst>
      </pc:sldChg>
      <pc:sldChg chg="addSp delSp modSp add mod">
        <pc:chgData name="Irfan Sheikh" userId="d6584adb700a76b5" providerId="LiveId" clId="{A46D4E46-3078-4B3A-90C8-D66EADB6F69B}" dt="2024-05-31T18:42:00.384" v="335" actId="931"/>
        <pc:sldMkLst>
          <pc:docMk/>
          <pc:sldMk cId="2255264277" sldId="288"/>
        </pc:sldMkLst>
        <pc:spChg chg="mod">
          <ac:chgData name="Irfan Sheikh" userId="d6584adb700a76b5" providerId="LiveId" clId="{A46D4E46-3078-4B3A-90C8-D66EADB6F69B}" dt="2024-05-31T18:02:06.681" v="274" actId="27636"/>
          <ac:spMkLst>
            <pc:docMk/>
            <pc:sldMk cId="2255264277" sldId="288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41:56.162" v="334" actId="931"/>
          <ac:spMkLst>
            <pc:docMk/>
            <pc:sldMk cId="2255264277" sldId="288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42:00.384" v="335" actId="931"/>
          <ac:spMkLst>
            <pc:docMk/>
            <pc:sldMk cId="2255264277" sldId="288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41:56.162" v="334" actId="931"/>
          <ac:picMkLst>
            <pc:docMk/>
            <pc:sldMk cId="2255264277" sldId="288"/>
            <ac:picMk id="4" creationId="{46102DD5-F0A5-242F-B06B-E9F09C532B63}"/>
          </ac:picMkLst>
        </pc:picChg>
        <pc:picChg chg="add mod">
          <ac:chgData name="Irfan Sheikh" userId="d6584adb700a76b5" providerId="LiveId" clId="{A46D4E46-3078-4B3A-90C8-D66EADB6F69B}" dt="2024-05-31T18:42:00.384" v="335" actId="931"/>
          <ac:picMkLst>
            <pc:docMk/>
            <pc:sldMk cId="2255264277" sldId="288"/>
            <ac:picMk id="8" creationId="{D5A91A2D-1E1D-97CA-28BE-4AA262164430}"/>
          </ac:picMkLst>
        </pc:picChg>
      </pc:sldChg>
      <pc:sldChg chg="del">
        <pc:chgData name="Irfan Sheikh" userId="d6584adb700a76b5" providerId="LiveId" clId="{A46D4E46-3078-4B3A-90C8-D66EADB6F69B}" dt="2024-05-31T17:45:13.640" v="52" actId="47"/>
        <pc:sldMkLst>
          <pc:docMk/>
          <pc:sldMk cId="2933107376" sldId="288"/>
        </pc:sldMkLst>
      </pc:sldChg>
      <pc:sldChg chg="addSp delSp modSp add mod">
        <pc:chgData name="Irfan Sheikh" userId="d6584adb700a76b5" providerId="LiveId" clId="{A46D4E46-3078-4B3A-90C8-D66EADB6F69B}" dt="2024-05-31T18:42:58.275" v="337" actId="931"/>
        <pc:sldMkLst>
          <pc:docMk/>
          <pc:sldMk cId="117080530" sldId="289"/>
        </pc:sldMkLst>
        <pc:spChg chg="mod">
          <ac:chgData name="Irfan Sheikh" userId="d6584adb700a76b5" providerId="LiveId" clId="{A46D4E46-3078-4B3A-90C8-D66EADB6F69B}" dt="2024-05-31T18:02:30.688" v="280" actId="27636"/>
          <ac:spMkLst>
            <pc:docMk/>
            <pc:sldMk cId="117080530" sldId="289"/>
            <ac:spMk id="2" creationId="{AE3D0DFD-418F-6740-0CC0-23C27470E607}"/>
          </ac:spMkLst>
        </pc:spChg>
        <pc:spChg chg="del">
          <ac:chgData name="Irfan Sheikh" userId="d6584adb700a76b5" providerId="LiveId" clId="{A46D4E46-3078-4B3A-90C8-D66EADB6F69B}" dt="2024-05-31T18:42:41.737" v="336" actId="931"/>
          <ac:spMkLst>
            <pc:docMk/>
            <pc:sldMk cId="117080530" sldId="289"/>
            <ac:spMk id="5" creationId="{8F44EBAE-02EC-8BDA-E3BC-C33F654917CB}"/>
          </ac:spMkLst>
        </pc:spChg>
        <pc:spChg chg="del">
          <ac:chgData name="Irfan Sheikh" userId="d6584adb700a76b5" providerId="LiveId" clId="{A46D4E46-3078-4B3A-90C8-D66EADB6F69B}" dt="2024-05-31T18:42:58.275" v="337" actId="931"/>
          <ac:spMkLst>
            <pc:docMk/>
            <pc:sldMk cId="117080530" sldId="289"/>
            <ac:spMk id="6" creationId="{4C2C4D54-1F50-B5C2-6EE9-A2DCA5004916}"/>
          </ac:spMkLst>
        </pc:spChg>
        <pc:picChg chg="add mod">
          <ac:chgData name="Irfan Sheikh" userId="d6584adb700a76b5" providerId="LiveId" clId="{A46D4E46-3078-4B3A-90C8-D66EADB6F69B}" dt="2024-05-31T18:42:41.737" v="336" actId="931"/>
          <ac:picMkLst>
            <pc:docMk/>
            <pc:sldMk cId="117080530" sldId="289"/>
            <ac:picMk id="4" creationId="{1B8FF721-3292-FEDE-DA0E-FB31FAFA256E}"/>
          </ac:picMkLst>
        </pc:picChg>
        <pc:picChg chg="add mod">
          <ac:chgData name="Irfan Sheikh" userId="d6584adb700a76b5" providerId="LiveId" clId="{A46D4E46-3078-4B3A-90C8-D66EADB6F69B}" dt="2024-05-31T18:42:58.275" v="337" actId="931"/>
          <ac:picMkLst>
            <pc:docMk/>
            <pc:sldMk cId="117080530" sldId="289"/>
            <ac:picMk id="8" creationId="{73F2BFA6-9A7D-83B9-31FB-DBD9AAB30A2A}"/>
          </ac:picMkLst>
        </pc:picChg>
      </pc:sldChg>
      <pc:sldChg chg="add del">
        <pc:chgData name="Irfan Sheikh" userId="d6584adb700a76b5" providerId="LiveId" clId="{A46D4E46-3078-4B3A-90C8-D66EADB6F69B}" dt="2024-05-31T17:49:04.493" v="117" actId="47"/>
        <pc:sldMkLst>
          <pc:docMk/>
          <pc:sldMk cId="853300986" sldId="289"/>
        </pc:sldMkLst>
      </pc:sldChg>
      <pc:sldChg chg="del">
        <pc:chgData name="Irfan Sheikh" userId="d6584adb700a76b5" providerId="LiveId" clId="{A46D4E46-3078-4B3A-90C8-D66EADB6F69B}" dt="2024-05-31T17:45:14.039" v="53" actId="47"/>
        <pc:sldMkLst>
          <pc:docMk/>
          <pc:sldMk cId="1083617985" sldId="289"/>
        </pc:sldMkLst>
      </pc:sldChg>
    </pc:docChg>
  </pc:docChgLst>
  <pc:docChgLst>
    <pc:chgData name="Irfan Sheikh" userId="d6584adb700a76b5" providerId="LiveId" clId="{EDDD6B94-9ED8-438A-9867-FD53A284A507}"/>
    <pc:docChg chg="custSel addSld delSld modSld">
      <pc:chgData name="Irfan Sheikh" userId="d6584adb700a76b5" providerId="LiveId" clId="{EDDD6B94-9ED8-438A-9867-FD53A284A507}" dt="2024-03-13T17:34:59.164" v="355" actId="47"/>
      <pc:docMkLst>
        <pc:docMk/>
      </pc:docMkLst>
      <pc:sldChg chg="addSp delSp modSp mod">
        <pc:chgData name="Irfan Sheikh" userId="d6584adb700a76b5" providerId="LiveId" clId="{EDDD6B94-9ED8-438A-9867-FD53A284A507}" dt="2024-03-13T17:14:44.720" v="248" actId="931"/>
        <pc:sldMkLst>
          <pc:docMk/>
          <pc:sldMk cId="1243892205" sldId="264"/>
        </pc:sldMkLst>
        <pc:spChg chg="add del mod">
          <ac:chgData name="Irfan Sheikh" userId="d6584adb700a76b5" providerId="LiveId" clId="{EDDD6B94-9ED8-438A-9867-FD53A284A507}" dt="2024-03-13T17:12:11.666" v="242" actId="931"/>
          <ac:spMkLst>
            <pc:docMk/>
            <pc:sldMk cId="1243892205" sldId="264"/>
            <ac:spMk id="4" creationId="{64D72846-F57E-5B29-49D2-8572F23B66CC}"/>
          </ac:spMkLst>
        </pc:spChg>
        <pc:spChg chg="add del mod">
          <ac:chgData name="Irfan Sheikh" userId="d6584adb700a76b5" providerId="LiveId" clId="{EDDD6B94-9ED8-438A-9867-FD53A284A507}" dt="2024-03-13T17:14:12.367" v="246" actId="931"/>
          <ac:spMkLst>
            <pc:docMk/>
            <pc:sldMk cId="1243892205" sldId="264"/>
            <ac:spMk id="8" creationId="{15E9E844-6E42-A831-EB31-2474528A9D6A}"/>
          </ac:spMkLst>
        </pc:spChg>
        <pc:spChg chg="add del mod">
          <ac:chgData name="Irfan Sheikh" userId="d6584adb700a76b5" providerId="LiveId" clId="{EDDD6B94-9ED8-438A-9867-FD53A284A507}" dt="2024-03-13T17:14:44.720" v="248" actId="931"/>
          <ac:spMkLst>
            <pc:docMk/>
            <pc:sldMk cId="1243892205" sldId="264"/>
            <ac:spMk id="14" creationId="{7BCBE8E3-8A43-7069-3BAE-9EEC924169FE}"/>
          </ac:spMkLst>
        </pc:spChg>
        <pc:picChg chg="add mod">
          <ac:chgData name="Irfan Sheikh" userId="d6584adb700a76b5" providerId="LiveId" clId="{EDDD6B94-9ED8-438A-9867-FD53A284A507}" dt="2024-03-13T17:12:11.666" v="242" actId="931"/>
          <ac:picMkLst>
            <pc:docMk/>
            <pc:sldMk cId="1243892205" sldId="264"/>
            <ac:picMk id="6" creationId="{04B1D94E-E995-F3CA-EF64-AC720553A0A0}"/>
          </ac:picMkLst>
        </pc:picChg>
        <pc:picChg chg="del">
          <ac:chgData name="Irfan Sheikh" userId="d6584adb700a76b5" providerId="LiveId" clId="{EDDD6B94-9ED8-438A-9867-FD53A284A507}" dt="2024-03-13T17:13:55.035" v="245" actId="478"/>
          <ac:picMkLst>
            <pc:docMk/>
            <pc:sldMk cId="1243892205" sldId="264"/>
            <ac:picMk id="10" creationId="{DB32806F-24E1-F322-1FA1-FAB9432795C6}"/>
          </ac:picMkLst>
        </pc:picChg>
        <pc:picChg chg="add del mod">
          <ac:chgData name="Irfan Sheikh" userId="d6584adb700a76b5" providerId="LiveId" clId="{EDDD6B94-9ED8-438A-9867-FD53A284A507}" dt="2024-03-13T17:14:21.580" v="247" actId="478"/>
          <ac:picMkLst>
            <pc:docMk/>
            <pc:sldMk cId="1243892205" sldId="264"/>
            <ac:picMk id="11" creationId="{E3254820-CF4D-E9AE-F955-8A7819DA8AF6}"/>
          </ac:picMkLst>
        </pc:picChg>
        <pc:picChg chg="del">
          <ac:chgData name="Irfan Sheikh" userId="d6584adb700a76b5" providerId="LiveId" clId="{EDDD6B94-9ED8-438A-9867-FD53A284A507}" dt="2024-03-13T17:11:40.354" v="241" actId="478"/>
          <ac:picMkLst>
            <pc:docMk/>
            <pc:sldMk cId="1243892205" sldId="264"/>
            <ac:picMk id="12" creationId="{2AAC8917-C9D6-0049-E70A-ED1DD75C89F0}"/>
          </ac:picMkLst>
        </pc:picChg>
        <pc:picChg chg="add mod">
          <ac:chgData name="Irfan Sheikh" userId="d6584adb700a76b5" providerId="LiveId" clId="{EDDD6B94-9ED8-438A-9867-FD53A284A507}" dt="2024-03-13T17:14:44.720" v="248" actId="931"/>
          <ac:picMkLst>
            <pc:docMk/>
            <pc:sldMk cId="1243892205" sldId="264"/>
            <ac:picMk id="16" creationId="{C6AA473E-C91B-DB98-E2B5-284FE9298C83}"/>
          </ac:picMkLst>
        </pc:picChg>
      </pc:sldChg>
      <pc:sldChg chg="addSp delSp modSp mod">
        <pc:chgData name="Irfan Sheikh" userId="d6584adb700a76b5" providerId="LiveId" clId="{EDDD6B94-9ED8-438A-9867-FD53A284A507}" dt="2024-03-13T17:15:04.244" v="250" actId="931"/>
        <pc:sldMkLst>
          <pc:docMk/>
          <pc:sldMk cId="483904760" sldId="265"/>
        </pc:sldMkLst>
        <pc:spChg chg="add del mod">
          <ac:chgData name="Irfan Sheikh" userId="d6584adb700a76b5" providerId="LiveId" clId="{EDDD6B94-9ED8-438A-9867-FD53A284A507}" dt="2024-03-13T17:14:59.212" v="249" actId="931"/>
          <ac:spMkLst>
            <pc:docMk/>
            <pc:sldMk cId="483904760" sldId="265"/>
            <ac:spMk id="5" creationId="{4F97E36E-3828-5910-4332-224554BB32E9}"/>
          </ac:spMkLst>
        </pc:spChg>
        <pc:spChg chg="add del mod">
          <ac:chgData name="Irfan Sheikh" userId="d6584adb700a76b5" providerId="LiveId" clId="{EDDD6B94-9ED8-438A-9867-FD53A284A507}" dt="2024-03-13T17:15:04.244" v="250" actId="931"/>
          <ac:spMkLst>
            <pc:docMk/>
            <pc:sldMk cId="483904760" sldId="265"/>
            <ac:spMk id="8" creationId="{E80AF195-A9ED-CFF3-F094-EB7691387A9B}"/>
          </ac:spMkLst>
        </pc:spChg>
        <pc:picChg chg="del">
          <ac:chgData name="Irfan Sheikh" userId="d6584adb700a76b5" providerId="LiveId" clId="{EDDD6B94-9ED8-438A-9867-FD53A284A507}" dt="2024-03-13T17:12:15.465" v="243" actId="478"/>
          <ac:picMkLst>
            <pc:docMk/>
            <pc:sldMk cId="483904760" sldId="265"/>
            <ac:picMk id="4" creationId="{6ED6FABD-A2A2-0947-76A7-71A86886A58B}"/>
          </ac:picMkLst>
        </pc:picChg>
        <pc:picChg chg="del">
          <ac:chgData name="Irfan Sheikh" userId="d6584adb700a76b5" providerId="LiveId" clId="{EDDD6B94-9ED8-438A-9867-FD53A284A507}" dt="2024-03-13T17:12:17.176" v="244" actId="478"/>
          <ac:picMkLst>
            <pc:docMk/>
            <pc:sldMk cId="483904760" sldId="265"/>
            <ac:picMk id="6" creationId="{95EFA11D-36C4-0C7D-9EA9-A7113BDE8B22}"/>
          </ac:picMkLst>
        </pc:picChg>
        <pc:picChg chg="add mod">
          <ac:chgData name="Irfan Sheikh" userId="d6584adb700a76b5" providerId="LiveId" clId="{EDDD6B94-9ED8-438A-9867-FD53A284A507}" dt="2024-03-13T17:14:59.212" v="249" actId="931"/>
          <ac:picMkLst>
            <pc:docMk/>
            <pc:sldMk cId="483904760" sldId="265"/>
            <ac:picMk id="10" creationId="{AD86B961-10D2-6739-078E-3F9A395889D8}"/>
          </ac:picMkLst>
        </pc:picChg>
        <pc:picChg chg="add mod">
          <ac:chgData name="Irfan Sheikh" userId="d6584adb700a76b5" providerId="LiveId" clId="{EDDD6B94-9ED8-438A-9867-FD53A284A507}" dt="2024-03-13T17:15:04.244" v="250" actId="931"/>
          <ac:picMkLst>
            <pc:docMk/>
            <pc:sldMk cId="483904760" sldId="265"/>
            <ac:picMk id="12" creationId="{54426B12-3111-FF4C-88CB-90C3983488D7}"/>
          </ac:picMkLst>
        </pc:picChg>
      </pc:sldChg>
      <pc:sldChg chg="addSp delSp modSp mod">
        <pc:chgData name="Irfan Sheikh" userId="d6584adb700a76b5" providerId="LiveId" clId="{EDDD6B94-9ED8-438A-9867-FD53A284A507}" dt="2024-03-13T17:21:25.347" v="254" actId="931"/>
        <pc:sldMkLst>
          <pc:docMk/>
          <pc:sldMk cId="1807712004" sldId="266"/>
        </pc:sldMkLst>
        <pc:spChg chg="add del mod">
          <ac:chgData name="Irfan Sheikh" userId="d6584adb700a76b5" providerId="LiveId" clId="{EDDD6B94-9ED8-438A-9867-FD53A284A507}" dt="2024-03-13T17:21:20.807" v="253" actId="931"/>
          <ac:spMkLst>
            <pc:docMk/>
            <pc:sldMk cId="1807712004" sldId="266"/>
            <ac:spMk id="5" creationId="{FC658EE5-8E00-780D-B15E-3A026D453460}"/>
          </ac:spMkLst>
        </pc:spChg>
        <pc:spChg chg="del">
          <ac:chgData name="Irfan Sheikh" userId="d6584adb700a76b5" providerId="LiveId" clId="{EDDD6B94-9ED8-438A-9867-FD53A284A507}" dt="2024-03-07T17:17:35.771" v="1" actId="931"/>
          <ac:spMkLst>
            <pc:docMk/>
            <pc:sldMk cId="1807712004" sldId="266"/>
            <ac:spMk id="8" creationId="{8727A75A-57A8-74AA-0E4A-AF737A05D45A}"/>
          </ac:spMkLst>
        </pc:spChg>
        <pc:spChg chg="add del mod">
          <ac:chgData name="Irfan Sheikh" userId="d6584adb700a76b5" providerId="LiveId" clId="{EDDD6B94-9ED8-438A-9867-FD53A284A507}" dt="2024-03-13T17:21:25.347" v="254" actId="931"/>
          <ac:spMkLst>
            <pc:docMk/>
            <pc:sldMk cId="1807712004" sldId="266"/>
            <ac:spMk id="8" creationId="{96EE512F-8C6F-2572-60AB-206C13DE11B4}"/>
          </ac:spMkLst>
        </pc:spChg>
        <pc:spChg chg="del">
          <ac:chgData name="Irfan Sheikh" userId="d6584adb700a76b5" providerId="LiveId" clId="{EDDD6B94-9ED8-438A-9867-FD53A284A507}" dt="2024-03-07T17:17:25.987" v="0" actId="931"/>
          <ac:spMkLst>
            <pc:docMk/>
            <pc:sldMk cId="1807712004" sldId="266"/>
            <ac:spMk id="16" creationId="{E5058D80-C1DB-8C74-3E89-D57719F9FE66}"/>
          </ac:spMkLst>
        </pc:spChg>
        <pc:picChg chg="add del mod">
          <ac:chgData name="Irfan Sheikh" userId="d6584adb700a76b5" providerId="LiveId" clId="{EDDD6B94-9ED8-438A-9867-FD53A284A507}" dt="2024-03-13T17:15:08.498" v="251" actId="478"/>
          <ac:picMkLst>
            <pc:docMk/>
            <pc:sldMk cId="1807712004" sldId="266"/>
            <ac:picMk id="4" creationId="{B0F522DA-F1A6-3F10-9952-4FA9C2D3C6C2}"/>
          </ac:picMkLst>
        </pc:picChg>
        <pc:picChg chg="add del mod">
          <ac:chgData name="Irfan Sheikh" userId="d6584adb700a76b5" providerId="LiveId" clId="{EDDD6B94-9ED8-438A-9867-FD53A284A507}" dt="2024-03-13T17:15:10.165" v="252" actId="478"/>
          <ac:picMkLst>
            <pc:docMk/>
            <pc:sldMk cId="1807712004" sldId="266"/>
            <ac:picMk id="6" creationId="{19764381-1E13-09E6-4FBB-C91B969729FF}"/>
          </ac:picMkLst>
        </pc:picChg>
        <pc:picChg chg="add mod">
          <ac:chgData name="Irfan Sheikh" userId="d6584adb700a76b5" providerId="LiveId" clId="{EDDD6B94-9ED8-438A-9867-FD53A284A507}" dt="2024-03-13T17:21:20.807" v="253" actId="931"/>
          <ac:picMkLst>
            <pc:docMk/>
            <pc:sldMk cId="1807712004" sldId="266"/>
            <ac:picMk id="10" creationId="{862F360B-F4B6-B1D2-8E05-C5AE80DA52A0}"/>
          </ac:picMkLst>
        </pc:picChg>
        <pc:picChg chg="add mod">
          <ac:chgData name="Irfan Sheikh" userId="d6584adb700a76b5" providerId="LiveId" clId="{EDDD6B94-9ED8-438A-9867-FD53A284A507}" dt="2024-03-13T17:21:25.347" v="254" actId="931"/>
          <ac:picMkLst>
            <pc:docMk/>
            <pc:sldMk cId="1807712004" sldId="266"/>
            <ac:picMk id="12" creationId="{6BDE7FF4-0BFF-C412-8F7F-B8029D3001D0}"/>
          </ac:picMkLst>
        </pc:picChg>
      </pc:sldChg>
      <pc:sldChg chg="addSp delSp modSp mod">
        <pc:chgData name="Irfan Sheikh" userId="d6584adb700a76b5" providerId="LiveId" clId="{EDDD6B94-9ED8-438A-9867-FD53A284A507}" dt="2024-03-13T17:21:55.721" v="258" actId="931"/>
        <pc:sldMkLst>
          <pc:docMk/>
          <pc:sldMk cId="719521848" sldId="267"/>
        </pc:sldMkLst>
        <pc:spChg chg="add del mod">
          <ac:chgData name="Irfan Sheikh" userId="d6584adb700a76b5" providerId="LiveId" clId="{EDDD6B94-9ED8-438A-9867-FD53A284A507}" dt="2024-03-13T17:21:50.290" v="257" actId="931"/>
          <ac:spMkLst>
            <pc:docMk/>
            <pc:sldMk cId="719521848" sldId="267"/>
            <ac:spMk id="4" creationId="{0B55F802-9BD3-416D-DE0E-D4790F7E0C79}"/>
          </ac:spMkLst>
        </pc:spChg>
        <pc:spChg chg="add del mod">
          <ac:chgData name="Irfan Sheikh" userId="d6584adb700a76b5" providerId="LiveId" clId="{EDDD6B94-9ED8-438A-9867-FD53A284A507}" dt="2024-03-08T04:49:34.790" v="62" actId="931"/>
          <ac:spMkLst>
            <pc:docMk/>
            <pc:sldMk cId="719521848" sldId="267"/>
            <ac:spMk id="5" creationId="{2EF4DA79-9313-517E-02E4-1CEC8F9BB405}"/>
          </ac:spMkLst>
        </pc:spChg>
        <pc:spChg chg="del">
          <ac:chgData name="Irfan Sheikh" userId="d6584adb700a76b5" providerId="LiveId" clId="{EDDD6B94-9ED8-438A-9867-FD53A284A507}" dt="2024-03-07T17:18:03.734" v="2" actId="931"/>
          <ac:spMkLst>
            <pc:docMk/>
            <pc:sldMk cId="719521848" sldId="267"/>
            <ac:spMk id="5" creationId="{EC7AFD9F-6AE2-5379-71AB-4A0E6AC8F63F}"/>
          </ac:spMkLst>
        </pc:spChg>
        <pc:spChg chg="add del mod">
          <ac:chgData name="Irfan Sheikh" userId="d6584adb700a76b5" providerId="LiveId" clId="{EDDD6B94-9ED8-438A-9867-FD53A284A507}" dt="2024-03-13T17:21:55.721" v="258" actId="931"/>
          <ac:spMkLst>
            <pc:docMk/>
            <pc:sldMk cId="719521848" sldId="267"/>
            <ac:spMk id="6" creationId="{824DEFBC-17B3-8551-B30F-EC496532F178}"/>
          </ac:spMkLst>
        </pc:spChg>
        <pc:spChg chg="add del mod">
          <ac:chgData name="Irfan Sheikh" userId="d6584adb700a76b5" providerId="LiveId" clId="{EDDD6B94-9ED8-438A-9867-FD53A284A507}" dt="2024-03-08T04:49:39.615" v="63" actId="931"/>
          <ac:spMkLst>
            <pc:docMk/>
            <pc:sldMk cId="719521848" sldId="267"/>
            <ac:spMk id="8" creationId="{03130CB6-BE61-FFC1-A7AC-B69399A3D744}"/>
          </ac:spMkLst>
        </pc:spChg>
        <pc:spChg chg="del">
          <ac:chgData name="Irfan Sheikh" userId="d6584adb700a76b5" providerId="LiveId" clId="{EDDD6B94-9ED8-438A-9867-FD53A284A507}" dt="2024-03-07T17:18:14.435" v="3" actId="931"/>
          <ac:spMkLst>
            <pc:docMk/>
            <pc:sldMk cId="719521848" sldId="267"/>
            <ac:spMk id="8" creationId="{24915210-7D9F-CCF4-B9C3-57C756FCF796}"/>
          </ac:spMkLst>
        </pc:spChg>
        <pc:picChg chg="add del mod">
          <ac:chgData name="Irfan Sheikh" userId="d6584adb700a76b5" providerId="LiveId" clId="{EDDD6B94-9ED8-438A-9867-FD53A284A507}" dt="2024-03-08T04:49:05.411" v="60" actId="478"/>
          <ac:picMkLst>
            <pc:docMk/>
            <pc:sldMk cId="719521848" sldId="267"/>
            <ac:picMk id="4" creationId="{63042201-AF96-20EE-523B-F233DAB54AE4}"/>
          </ac:picMkLst>
        </pc:picChg>
        <pc:picChg chg="add del mod">
          <ac:chgData name="Irfan Sheikh" userId="d6584adb700a76b5" providerId="LiveId" clId="{EDDD6B94-9ED8-438A-9867-FD53A284A507}" dt="2024-03-08T04:49:08.669" v="61" actId="478"/>
          <ac:picMkLst>
            <pc:docMk/>
            <pc:sldMk cId="719521848" sldId="267"/>
            <ac:picMk id="7" creationId="{3D37A591-6439-64AD-1C35-721EF53C6ABC}"/>
          </ac:picMkLst>
        </pc:picChg>
        <pc:picChg chg="add mod">
          <ac:chgData name="Irfan Sheikh" userId="d6584adb700a76b5" providerId="LiveId" clId="{EDDD6B94-9ED8-438A-9867-FD53A284A507}" dt="2024-03-13T17:21:50.290" v="257" actId="931"/>
          <ac:picMkLst>
            <pc:docMk/>
            <pc:sldMk cId="719521848" sldId="267"/>
            <ac:picMk id="8" creationId="{F66FA2A3-2F0C-34D5-B07F-32461FB51B79}"/>
          </ac:picMkLst>
        </pc:picChg>
        <pc:picChg chg="add del mod">
          <ac:chgData name="Irfan Sheikh" userId="d6584adb700a76b5" providerId="LiveId" clId="{EDDD6B94-9ED8-438A-9867-FD53A284A507}" dt="2024-03-13T17:21:30.041" v="255" actId="478"/>
          <ac:picMkLst>
            <pc:docMk/>
            <pc:sldMk cId="719521848" sldId="267"/>
            <ac:picMk id="10" creationId="{AE060C12-C2FB-048F-DB82-EC13A5BB2DBC}"/>
          </ac:picMkLst>
        </pc:picChg>
        <pc:picChg chg="add mod">
          <ac:chgData name="Irfan Sheikh" userId="d6584adb700a76b5" providerId="LiveId" clId="{EDDD6B94-9ED8-438A-9867-FD53A284A507}" dt="2024-03-13T17:21:55.721" v="258" actId="931"/>
          <ac:picMkLst>
            <pc:docMk/>
            <pc:sldMk cId="719521848" sldId="267"/>
            <ac:picMk id="11" creationId="{F0FCDECD-4C14-EE74-A936-4912CC996766}"/>
          </ac:picMkLst>
        </pc:picChg>
        <pc:picChg chg="add del mod">
          <ac:chgData name="Irfan Sheikh" userId="d6584adb700a76b5" providerId="LiveId" clId="{EDDD6B94-9ED8-438A-9867-FD53A284A507}" dt="2024-03-13T17:21:31.817" v="256" actId="478"/>
          <ac:picMkLst>
            <pc:docMk/>
            <pc:sldMk cId="719521848" sldId="267"/>
            <ac:picMk id="12" creationId="{15F53696-A272-01A2-681F-1746673B078D}"/>
          </ac:picMkLst>
        </pc:picChg>
      </pc:sldChg>
      <pc:sldChg chg="addSp delSp modSp mod">
        <pc:chgData name="Irfan Sheikh" userId="d6584adb700a76b5" providerId="LiveId" clId="{EDDD6B94-9ED8-438A-9867-FD53A284A507}" dt="2024-03-13T17:22:30.372" v="262" actId="931"/>
        <pc:sldMkLst>
          <pc:docMk/>
          <pc:sldMk cId="1248118832" sldId="268"/>
        </pc:sldMkLst>
        <pc:spChg chg="add del mod">
          <ac:chgData name="Irfan Sheikh" userId="d6584adb700a76b5" providerId="LiveId" clId="{EDDD6B94-9ED8-438A-9867-FD53A284A507}" dt="2024-03-08T04:50:15.523" v="67" actId="931"/>
          <ac:spMkLst>
            <pc:docMk/>
            <pc:sldMk cId="1248118832" sldId="268"/>
            <ac:spMk id="4" creationId="{B7B584EE-1055-AC9A-2402-4B83345E0830}"/>
          </ac:spMkLst>
        </pc:spChg>
        <pc:spChg chg="add del mod">
          <ac:chgData name="Irfan Sheikh" userId="d6584adb700a76b5" providerId="LiveId" clId="{EDDD6B94-9ED8-438A-9867-FD53A284A507}" dt="2024-03-13T17:22:20.981" v="261" actId="931"/>
          <ac:spMkLst>
            <pc:docMk/>
            <pc:sldMk cId="1248118832" sldId="268"/>
            <ac:spMk id="4" creationId="{ECA508AC-CF2C-7831-0299-BD64817F6CBD}"/>
          </ac:spMkLst>
        </pc:spChg>
        <pc:spChg chg="del">
          <ac:chgData name="Irfan Sheikh" userId="d6584adb700a76b5" providerId="LiveId" clId="{EDDD6B94-9ED8-438A-9867-FD53A284A507}" dt="2024-03-07T17:18:26.258" v="4" actId="931"/>
          <ac:spMkLst>
            <pc:docMk/>
            <pc:sldMk cId="1248118832" sldId="268"/>
            <ac:spMk id="5" creationId="{7E495A1E-29BE-1D2C-417F-A930712A97B2}"/>
          </ac:spMkLst>
        </pc:spChg>
        <pc:spChg chg="add del mod">
          <ac:chgData name="Irfan Sheikh" userId="d6584adb700a76b5" providerId="LiveId" clId="{EDDD6B94-9ED8-438A-9867-FD53A284A507}" dt="2024-03-08T04:50:20.261" v="68" actId="931"/>
          <ac:spMkLst>
            <pc:docMk/>
            <pc:sldMk cId="1248118832" sldId="268"/>
            <ac:spMk id="6" creationId="{4AAE4CAF-6624-D96D-0205-5A4890FB6CF6}"/>
          </ac:spMkLst>
        </pc:spChg>
        <pc:spChg chg="add del mod">
          <ac:chgData name="Irfan Sheikh" userId="d6584adb700a76b5" providerId="LiveId" clId="{EDDD6B94-9ED8-438A-9867-FD53A284A507}" dt="2024-03-13T17:22:30.372" v="262" actId="931"/>
          <ac:spMkLst>
            <pc:docMk/>
            <pc:sldMk cId="1248118832" sldId="268"/>
            <ac:spMk id="6" creationId="{9202476D-94FA-5C8F-7A2A-E7AD77207B5B}"/>
          </ac:spMkLst>
        </pc:spChg>
        <pc:spChg chg="del">
          <ac:chgData name="Irfan Sheikh" userId="d6584adb700a76b5" providerId="LiveId" clId="{EDDD6B94-9ED8-438A-9867-FD53A284A507}" dt="2024-03-07T17:18:43.758" v="5" actId="931"/>
          <ac:spMkLst>
            <pc:docMk/>
            <pc:sldMk cId="1248118832" sldId="268"/>
            <ac:spMk id="8" creationId="{5FD12C67-F78E-D4B6-C2CF-0FD432BB22D0}"/>
          </ac:spMkLst>
        </pc:spChg>
        <pc:spChg chg="add del mod">
          <ac:chgData name="Irfan Sheikh" userId="d6584adb700a76b5" providerId="LiveId" clId="{EDDD6B94-9ED8-438A-9867-FD53A284A507}" dt="2024-03-07T17:18:58.810" v="9"/>
          <ac:spMkLst>
            <pc:docMk/>
            <pc:sldMk cId="1248118832" sldId="268"/>
            <ac:spMk id="10" creationId="{EF644BAA-4B2D-73E4-F15C-F1F4328511B7}"/>
          </ac:spMkLst>
        </pc:spChg>
        <pc:spChg chg="add del mod">
          <ac:chgData name="Irfan Sheikh" userId="d6584adb700a76b5" providerId="LiveId" clId="{EDDD6B94-9ED8-438A-9867-FD53A284A507}" dt="2024-03-08T04:50:30.434" v="70" actId="931"/>
          <ac:spMkLst>
            <pc:docMk/>
            <pc:sldMk cId="1248118832" sldId="268"/>
            <ac:spMk id="12" creationId="{3005127F-96FF-579D-7FF0-DA0AEA103509}"/>
          </ac:spMkLst>
        </pc:spChg>
        <pc:spChg chg="add del mod">
          <ac:chgData name="Irfan Sheikh" userId="d6584adb700a76b5" providerId="LiveId" clId="{EDDD6B94-9ED8-438A-9867-FD53A284A507}" dt="2024-03-07T17:19:05.805" v="11"/>
          <ac:spMkLst>
            <pc:docMk/>
            <pc:sldMk cId="1248118832" sldId="268"/>
            <ac:spMk id="12" creationId="{422AECED-16B5-C44D-E934-8AA5C6488F2E}"/>
          </ac:spMkLst>
        </pc:spChg>
        <pc:picChg chg="add del mod">
          <ac:chgData name="Irfan Sheikh" userId="d6584adb700a76b5" providerId="LiveId" clId="{EDDD6B94-9ED8-438A-9867-FD53A284A507}" dt="2024-03-07T17:18:48.030" v="6" actId="21"/>
          <ac:picMkLst>
            <pc:docMk/>
            <pc:sldMk cId="1248118832" sldId="268"/>
            <ac:picMk id="4" creationId="{EBA2E7DA-57BD-9D96-0F7C-1FD03E34C951}"/>
          </ac:picMkLst>
        </pc:picChg>
        <pc:picChg chg="add del mod">
          <ac:chgData name="Irfan Sheikh" userId="d6584adb700a76b5" providerId="LiveId" clId="{EDDD6B94-9ED8-438A-9867-FD53A284A507}" dt="2024-03-07T17:18:56.604" v="8" actId="21"/>
          <ac:picMkLst>
            <pc:docMk/>
            <pc:sldMk cId="1248118832" sldId="268"/>
            <ac:picMk id="7" creationId="{BB1FC83B-7EB4-E79F-E4FF-E0979ECDF744}"/>
          </ac:picMkLst>
        </pc:picChg>
        <pc:picChg chg="add del mod">
          <ac:chgData name="Irfan Sheikh" userId="d6584adb700a76b5" providerId="LiveId" clId="{EDDD6B94-9ED8-438A-9867-FD53A284A507}" dt="2024-03-08T04:50:23.610" v="69" actId="478"/>
          <ac:picMkLst>
            <pc:docMk/>
            <pc:sldMk cId="1248118832" sldId="268"/>
            <ac:picMk id="8" creationId="{33C24060-54E4-5E36-64A5-8C2EBC82C5F0}"/>
          </ac:picMkLst>
        </pc:picChg>
        <pc:picChg chg="add mod">
          <ac:chgData name="Irfan Sheikh" userId="d6584adb700a76b5" providerId="LiveId" clId="{EDDD6B94-9ED8-438A-9867-FD53A284A507}" dt="2024-03-13T17:22:20.981" v="261" actId="931"/>
          <ac:picMkLst>
            <pc:docMk/>
            <pc:sldMk cId="1248118832" sldId="268"/>
            <ac:picMk id="8" creationId="{6C96EF25-DEE1-6233-2BA2-ADFF5AC7680C}"/>
          </ac:picMkLst>
        </pc:picChg>
        <pc:picChg chg="add del mod">
          <ac:chgData name="Irfan Sheikh" userId="d6584adb700a76b5" providerId="LiveId" clId="{EDDD6B94-9ED8-438A-9867-FD53A284A507}" dt="2024-03-13T17:22:06.575" v="260" actId="478"/>
          <ac:picMkLst>
            <pc:docMk/>
            <pc:sldMk cId="1248118832" sldId="268"/>
            <ac:picMk id="10" creationId="{79D8A549-B4A9-3BD5-1250-856D318A6D9C}"/>
          </ac:picMkLst>
        </pc:picChg>
        <pc:picChg chg="add mod">
          <ac:chgData name="Irfan Sheikh" userId="d6584adb700a76b5" providerId="LiveId" clId="{EDDD6B94-9ED8-438A-9867-FD53A284A507}" dt="2024-03-13T17:22:30.372" v="262" actId="931"/>
          <ac:picMkLst>
            <pc:docMk/>
            <pc:sldMk cId="1248118832" sldId="268"/>
            <ac:picMk id="11" creationId="{0B3A73D8-20F1-4CDC-FD0A-863CC397CE6B}"/>
          </ac:picMkLst>
        </pc:picChg>
        <pc:picChg chg="add del mod modCrop">
          <ac:chgData name="Irfan Sheikh" userId="d6584adb700a76b5" providerId="LiveId" clId="{EDDD6B94-9ED8-438A-9867-FD53A284A507}" dt="2024-03-08T04:49:58.042" v="65" actId="478"/>
          <ac:picMkLst>
            <pc:docMk/>
            <pc:sldMk cId="1248118832" sldId="268"/>
            <ac:picMk id="13" creationId="{BB1FC83B-7EB4-E79F-E4FF-E0979ECDF744}"/>
          </ac:picMkLst>
        </pc:picChg>
        <pc:picChg chg="add del mod">
          <ac:chgData name="Irfan Sheikh" userId="d6584adb700a76b5" providerId="LiveId" clId="{EDDD6B94-9ED8-438A-9867-FD53A284A507}" dt="2024-03-08T04:50:00.144" v="66" actId="478"/>
          <ac:picMkLst>
            <pc:docMk/>
            <pc:sldMk cId="1248118832" sldId="268"/>
            <ac:picMk id="14" creationId="{EBA2E7DA-57BD-9D96-0F7C-1FD03E34C951}"/>
          </ac:picMkLst>
        </pc:picChg>
        <pc:picChg chg="add del mod">
          <ac:chgData name="Irfan Sheikh" userId="d6584adb700a76b5" providerId="LiveId" clId="{EDDD6B94-9ED8-438A-9867-FD53A284A507}" dt="2024-03-13T17:22:04.663" v="259" actId="478"/>
          <ac:picMkLst>
            <pc:docMk/>
            <pc:sldMk cId="1248118832" sldId="268"/>
            <ac:picMk id="16" creationId="{2CDABEB4-EBBE-84B0-518C-4A1BF6E417C0}"/>
          </ac:picMkLst>
        </pc:picChg>
      </pc:sldChg>
      <pc:sldChg chg="addSp delSp modSp mod">
        <pc:chgData name="Irfan Sheikh" userId="d6584adb700a76b5" providerId="LiveId" clId="{EDDD6B94-9ED8-438A-9867-FD53A284A507}" dt="2024-03-13T17:23:17.073" v="266" actId="931"/>
        <pc:sldMkLst>
          <pc:docMk/>
          <pc:sldMk cId="641411179" sldId="269"/>
        </pc:sldMkLst>
        <pc:spChg chg="add del mod">
          <ac:chgData name="Irfan Sheikh" userId="d6584adb700a76b5" providerId="LiveId" clId="{EDDD6B94-9ED8-438A-9867-FD53A284A507}" dt="2024-03-08T04:50:44.751" v="73" actId="931"/>
          <ac:spMkLst>
            <pc:docMk/>
            <pc:sldMk cId="641411179" sldId="269"/>
            <ac:spMk id="4" creationId="{1E69618D-3F76-08E9-AD15-EF4CB0DB2D35}"/>
          </ac:spMkLst>
        </pc:spChg>
        <pc:spChg chg="add del mod">
          <ac:chgData name="Irfan Sheikh" userId="d6584adb700a76b5" providerId="LiveId" clId="{EDDD6B94-9ED8-438A-9867-FD53A284A507}" dt="2024-03-13T17:23:11.234" v="265" actId="931"/>
          <ac:spMkLst>
            <pc:docMk/>
            <pc:sldMk cId="641411179" sldId="269"/>
            <ac:spMk id="4" creationId="{EE2443C4-A20E-8E55-B935-0C2DDBF9EE98}"/>
          </ac:spMkLst>
        </pc:spChg>
        <pc:spChg chg="del">
          <ac:chgData name="Irfan Sheikh" userId="d6584adb700a76b5" providerId="LiveId" clId="{EDDD6B94-9ED8-438A-9867-FD53A284A507}" dt="2024-03-07T17:18:51.595" v="7"/>
          <ac:spMkLst>
            <pc:docMk/>
            <pc:sldMk cId="641411179" sldId="269"/>
            <ac:spMk id="5" creationId="{028115A0-05F9-FEA9-1C85-A7BA3A6CCCDB}"/>
          </ac:spMkLst>
        </pc:spChg>
        <pc:spChg chg="add del mod">
          <ac:chgData name="Irfan Sheikh" userId="d6584adb700a76b5" providerId="LiveId" clId="{EDDD6B94-9ED8-438A-9867-FD53A284A507}" dt="2024-03-08T04:50:48.560" v="74" actId="931"/>
          <ac:spMkLst>
            <pc:docMk/>
            <pc:sldMk cId="641411179" sldId="269"/>
            <ac:spMk id="6" creationId="{1D7802CF-96B9-8CA6-11A3-63F8BBF43852}"/>
          </ac:spMkLst>
        </pc:spChg>
        <pc:spChg chg="add del mod">
          <ac:chgData name="Irfan Sheikh" userId="d6584adb700a76b5" providerId="LiveId" clId="{EDDD6B94-9ED8-438A-9867-FD53A284A507}" dt="2024-03-07T17:19:49.425" v="12" actId="931"/>
          <ac:spMkLst>
            <pc:docMk/>
            <pc:sldMk cId="641411179" sldId="269"/>
            <ac:spMk id="6" creationId="{3824B565-A21B-2839-58A4-754398ACC6F2}"/>
          </ac:spMkLst>
        </pc:spChg>
        <pc:spChg chg="add del mod">
          <ac:chgData name="Irfan Sheikh" userId="d6584adb700a76b5" providerId="LiveId" clId="{EDDD6B94-9ED8-438A-9867-FD53A284A507}" dt="2024-03-13T17:23:17.073" v="266" actId="931"/>
          <ac:spMkLst>
            <pc:docMk/>
            <pc:sldMk cId="641411179" sldId="269"/>
            <ac:spMk id="6" creationId="{E5C81830-BE8B-7823-8CAD-AD1B5649E96D}"/>
          </ac:spMkLst>
        </pc:spChg>
        <pc:spChg chg="del">
          <ac:chgData name="Irfan Sheikh" userId="d6584adb700a76b5" providerId="LiveId" clId="{EDDD6B94-9ED8-438A-9867-FD53A284A507}" dt="2024-03-07T17:19:58.845" v="13" actId="931"/>
          <ac:spMkLst>
            <pc:docMk/>
            <pc:sldMk cId="641411179" sldId="269"/>
            <ac:spMk id="8" creationId="{FE4A7777-7028-0235-E1B3-74AE919DDF18}"/>
          </ac:spMkLst>
        </pc:spChg>
        <pc:picChg chg="add del mod">
          <ac:chgData name="Irfan Sheikh" userId="d6584adb700a76b5" providerId="LiveId" clId="{EDDD6B94-9ED8-438A-9867-FD53A284A507}" dt="2024-03-07T17:19:02.254" v="10" actId="21"/>
          <ac:picMkLst>
            <pc:docMk/>
            <pc:sldMk cId="641411179" sldId="269"/>
            <ac:picMk id="4" creationId="{EBA2E7DA-57BD-9D96-0F7C-1FD03E34C951}"/>
          </ac:picMkLst>
        </pc:picChg>
        <pc:picChg chg="add del mod">
          <ac:chgData name="Irfan Sheikh" userId="d6584adb700a76b5" providerId="LiveId" clId="{EDDD6B94-9ED8-438A-9867-FD53A284A507}" dt="2024-03-13T17:22:33.788" v="263" actId="478"/>
          <ac:picMkLst>
            <pc:docMk/>
            <pc:sldMk cId="641411179" sldId="269"/>
            <ac:picMk id="8" creationId="{C9D2FE2C-643E-A997-AD66-11F8D1F4D67C}"/>
          </ac:picMkLst>
        </pc:picChg>
        <pc:picChg chg="add del mod">
          <ac:chgData name="Irfan Sheikh" userId="d6584adb700a76b5" providerId="LiveId" clId="{EDDD6B94-9ED8-438A-9867-FD53A284A507}" dt="2024-03-08T04:50:34.772" v="71" actId="478"/>
          <ac:picMkLst>
            <pc:docMk/>
            <pc:sldMk cId="641411179" sldId="269"/>
            <ac:picMk id="9" creationId="{10DFCE1C-4221-2F03-BBB5-86C11B5E00DF}"/>
          </ac:picMkLst>
        </pc:picChg>
        <pc:picChg chg="add mod">
          <ac:chgData name="Irfan Sheikh" userId="d6584adb700a76b5" providerId="LiveId" clId="{EDDD6B94-9ED8-438A-9867-FD53A284A507}" dt="2024-03-13T17:23:11.234" v="265" actId="931"/>
          <ac:picMkLst>
            <pc:docMk/>
            <pc:sldMk cId="641411179" sldId="269"/>
            <ac:picMk id="9" creationId="{3D4EAEF4-0F12-980D-ECA0-CBA9B41C6482}"/>
          </ac:picMkLst>
        </pc:picChg>
        <pc:picChg chg="add mod">
          <ac:chgData name="Irfan Sheikh" userId="d6584adb700a76b5" providerId="LiveId" clId="{EDDD6B94-9ED8-438A-9867-FD53A284A507}" dt="2024-03-13T17:23:17.073" v="266" actId="931"/>
          <ac:picMkLst>
            <pc:docMk/>
            <pc:sldMk cId="641411179" sldId="269"/>
            <ac:picMk id="11" creationId="{3350BBE6-E19B-8A50-92C3-4DEC26C1E397}"/>
          </ac:picMkLst>
        </pc:picChg>
        <pc:picChg chg="add del mod">
          <ac:chgData name="Irfan Sheikh" userId="d6584adb700a76b5" providerId="LiveId" clId="{EDDD6B94-9ED8-438A-9867-FD53A284A507}" dt="2024-03-08T04:50:37.182" v="72" actId="478"/>
          <ac:picMkLst>
            <pc:docMk/>
            <pc:sldMk cId="641411179" sldId="269"/>
            <ac:picMk id="11" creationId="{B876B25B-A460-1FB7-8449-118D457E9A07}"/>
          </ac:picMkLst>
        </pc:picChg>
        <pc:picChg chg="add del mod">
          <ac:chgData name="Irfan Sheikh" userId="d6584adb700a76b5" providerId="LiveId" clId="{EDDD6B94-9ED8-438A-9867-FD53A284A507}" dt="2024-03-13T17:22:35.765" v="264" actId="478"/>
          <ac:picMkLst>
            <pc:docMk/>
            <pc:sldMk cId="641411179" sldId="269"/>
            <ac:picMk id="12" creationId="{64720076-E4CF-412B-F97A-7327F0955CE4}"/>
          </ac:picMkLst>
        </pc:picChg>
      </pc:sldChg>
      <pc:sldChg chg="addSp delSp modSp mod">
        <pc:chgData name="Irfan Sheikh" userId="d6584adb700a76b5" providerId="LiveId" clId="{EDDD6B94-9ED8-438A-9867-FD53A284A507}" dt="2024-03-13T17:23:46.049" v="270" actId="931"/>
        <pc:sldMkLst>
          <pc:docMk/>
          <pc:sldMk cId="1481227129" sldId="270"/>
        </pc:sldMkLst>
        <pc:spChg chg="add del mod">
          <ac:chgData name="Irfan Sheikh" userId="d6584adb700a76b5" providerId="LiveId" clId="{EDDD6B94-9ED8-438A-9867-FD53A284A507}" dt="2024-03-13T17:23:37.451" v="269" actId="931"/>
          <ac:spMkLst>
            <pc:docMk/>
            <pc:sldMk cId="1481227129" sldId="270"/>
            <ac:spMk id="4" creationId="{36BBAC70-40D0-D450-4683-D3E9165D42A5}"/>
          </ac:spMkLst>
        </pc:spChg>
        <pc:spChg chg="add del mod">
          <ac:chgData name="Irfan Sheikh" userId="d6584adb700a76b5" providerId="LiveId" clId="{EDDD6B94-9ED8-438A-9867-FD53A284A507}" dt="2024-03-08T04:51:11.650" v="77" actId="931"/>
          <ac:spMkLst>
            <pc:docMk/>
            <pc:sldMk cId="1481227129" sldId="270"/>
            <ac:spMk id="5" creationId="{A81993A2-821F-7CE3-CCCB-FDCADA00AB30}"/>
          </ac:spMkLst>
        </pc:spChg>
        <pc:spChg chg="del">
          <ac:chgData name="Irfan Sheikh" userId="d6584adb700a76b5" providerId="LiveId" clId="{EDDD6B94-9ED8-438A-9867-FD53A284A507}" dt="2024-03-07T17:20:21.975" v="14" actId="931"/>
          <ac:spMkLst>
            <pc:docMk/>
            <pc:sldMk cId="1481227129" sldId="270"/>
            <ac:spMk id="5" creationId="{CE7AE914-0720-B0ED-9734-72C8672CFC64}"/>
          </ac:spMkLst>
        </pc:spChg>
        <pc:spChg chg="add del mod">
          <ac:chgData name="Irfan Sheikh" userId="d6584adb700a76b5" providerId="LiveId" clId="{EDDD6B94-9ED8-438A-9867-FD53A284A507}" dt="2024-03-13T17:23:46.049" v="270" actId="931"/>
          <ac:spMkLst>
            <pc:docMk/>
            <pc:sldMk cId="1481227129" sldId="270"/>
            <ac:spMk id="6" creationId="{7A8FC904-45F8-C060-B4A0-A1D0647C49B9}"/>
          </ac:spMkLst>
        </pc:spChg>
        <pc:spChg chg="del">
          <ac:chgData name="Irfan Sheikh" userId="d6584adb700a76b5" providerId="LiveId" clId="{EDDD6B94-9ED8-438A-9867-FD53A284A507}" dt="2024-03-07T17:20:32.779" v="15" actId="931"/>
          <ac:spMkLst>
            <pc:docMk/>
            <pc:sldMk cId="1481227129" sldId="270"/>
            <ac:spMk id="8" creationId="{F23F928B-EA57-140E-311C-F05EBFD2A871}"/>
          </ac:spMkLst>
        </pc:spChg>
        <pc:spChg chg="add del mod">
          <ac:chgData name="Irfan Sheikh" userId="d6584adb700a76b5" providerId="LiveId" clId="{EDDD6B94-9ED8-438A-9867-FD53A284A507}" dt="2024-03-08T04:51:16.927" v="78" actId="931"/>
          <ac:spMkLst>
            <pc:docMk/>
            <pc:sldMk cId="1481227129" sldId="270"/>
            <ac:spMk id="8" creationId="{FFF42A5E-7395-2601-A1A8-F314C49D67AC}"/>
          </ac:spMkLst>
        </pc:spChg>
        <pc:picChg chg="add del mod">
          <ac:chgData name="Irfan Sheikh" userId="d6584adb700a76b5" providerId="LiveId" clId="{EDDD6B94-9ED8-438A-9867-FD53A284A507}" dt="2024-03-08T04:50:54.415" v="75" actId="478"/>
          <ac:picMkLst>
            <pc:docMk/>
            <pc:sldMk cId="1481227129" sldId="270"/>
            <ac:picMk id="4" creationId="{E3A9494C-0ED2-29E3-647D-09663516CC16}"/>
          </ac:picMkLst>
        </pc:picChg>
        <pc:picChg chg="add del mod">
          <ac:chgData name="Irfan Sheikh" userId="d6584adb700a76b5" providerId="LiveId" clId="{EDDD6B94-9ED8-438A-9867-FD53A284A507}" dt="2024-03-08T04:50:56.563" v="76" actId="478"/>
          <ac:picMkLst>
            <pc:docMk/>
            <pc:sldMk cId="1481227129" sldId="270"/>
            <ac:picMk id="7" creationId="{DA232BB1-D743-62A1-C942-07A325609A1C}"/>
          </ac:picMkLst>
        </pc:picChg>
        <pc:picChg chg="add mod">
          <ac:chgData name="Irfan Sheikh" userId="d6584adb700a76b5" providerId="LiveId" clId="{EDDD6B94-9ED8-438A-9867-FD53A284A507}" dt="2024-03-13T17:23:37.451" v="269" actId="931"/>
          <ac:picMkLst>
            <pc:docMk/>
            <pc:sldMk cId="1481227129" sldId="270"/>
            <ac:picMk id="8" creationId="{286A3F67-CF9A-93FC-CC7B-B687777F369D}"/>
          </ac:picMkLst>
        </pc:picChg>
        <pc:picChg chg="add del mod">
          <ac:chgData name="Irfan Sheikh" userId="d6584adb700a76b5" providerId="LiveId" clId="{EDDD6B94-9ED8-438A-9867-FD53A284A507}" dt="2024-03-13T17:23:21.419" v="267" actId="478"/>
          <ac:picMkLst>
            <pc:docMk/>
            <pc:sldMk cId="1481227129" sldId="270"/>
            <ac:picMk id="10" creationId="{75F16D93-45FD-B6BE-A186-98B4C184FB02}"/>
          </ac:picMkLst>
        </pc:picChg>
        <pc:picChg chg="add mod">
          <ac:chgData name="Irfan Sheikh" userId="d6584adb700a76b5" providerId="LiveId" clId="{EDDD6B94-9ED8-438A-9867-FD53A284A507}" dt="2024-03-13T17:23:46.049" v="270" actId="931"/>
          <ac:picMkLst>
            <pc:docMk/>
            <pc:sldMk cId="1481227129" sldId="270"/>
            <ac:picMk id="11" creationId="{ED262F28-841D-F044-B86A-D65C8375D334}"/>
          </ac:picMkLst>
        </pc:picChg>
        <pc:picChg chg="add del mod">
          <ac:chgData name="Irfan Sheikh" userId="d6584adb700a76b5" providerId="LiveId" clId="{EDDD6B94-9ED8-438A-9867-FD53A284A507}" dt="2024-03-13T17:23:23.533" v="268" actId="478"/>
          <ac:picMkLst>
            <pc:docMk/>
            <pc:sldMk cId="1481227129" sldId="270"/>
            <ac:picMk id="12" creationId="{A657A103-85DB-297E-AA9B-C6313C850280}"/>
          </ac:picMkLst>
        </pc:picChg>
      </pc:sldChg>
      <pc:sldChg chg="addSp delSp modSp mod">
        <pc:chgData name="Irfan Sheikh" userId="d6584adb700a76b5" providerId="LiveId" clId="{EDDD6B94-9ED8-438A-9867-FD53A284A507}" dt="2024-03-13T17:24:20.083" v="272" actId="931"/>
        <pc:sldMkLst>
          <pc:docMk/>
          <pc:sldMk cId="2286923795" sldId="271"/>
        </pc:sldMkLst>
        <pc:spChg chg="add del mod">
          <ac:chgData name="Irfan Sheikh" userId="d6584adb700a76b5" providerId="LiveId" clId="{EDDD6B94-9ED8-438A-9867-FD53A284A507}" dt="2024-03-13T17:24:14.899" v="271" actId="931"/>
          <ac:spMkLst>
            <pc:docMk/>
            <pc:sldMk cId="2286923795" sldId="271"/>
            <ac:spMk id="5" creationId="{AD99EF01-AF4A-D706-758A-715B0C3DFE14}"/>
          </ac:spMkLst>
        </pc:spChg>
        <pc:spChg chg="del">
          <ac:chgData name="Irfan Sheikh" userId="d6584adb700a76b5" providerId="LiveId" clId="{EDDD6B94-9ED8-438A-9867-FD53A284A507}" dt="2024-03-07T17:20:46.112" v="16" actId="931"/>
          <ac:spMkLst>
            <pc:docMk/>
            <pc:sldMk cId="2286923795" sldId="271"/>
            <ac:spMk id="5" creationId="{B44A11A3-4F0B-2335-4B9B-19AA706A3FE6}"/>
          </ac:spMkLst>
        </pc:spChg>
        <pc:spChg chg="add del mod">
          <ac:chgData name="Irfan Sheikh" userId="d6584adb700a76b5" providerId="LiveId" clId="{EDDD6B94-9ED8-438A-9867-FD53A284A507}" dt="2024-03-13T17:24:20.083" v="272" actId="931"/>
          <ac:spMkLst>
            <pc:docMk/>
            <pc:sldMk cId="2286923795" sldId="271"/>
            <ac:spMk id="8" creationId="{DED57284-91F7-42E2-3B44-6B1F00B0285A}"/>
          </ac:spMkLst>
        </pc:spChg>
        <pc:spChg chg="del">
          <ac:chgData name="Irfan Sheikh" userId="d6584adb700a76b5" providerId="LiveId" clId="{EDDD6B94-9ED8-438A-9867-FD53A284A507}" dt="2024-03-07T17:20:57.037" v="17" actId="931"/>
          <ac:spMkLst>
            <pc:docMk/>
            <pc:sldMk cId="2286923795" sldId="271"/>
            <ac:spMk id="8" creationId="{E9F2D72F-4164-92A9-3164-FED48F8B0E27}"/>
          </ac:spMkLst>
        </pc:spChg>
        <pc:picChg chg="add mod">
          <ac:chgData name="Irfan Sheikh" userId="d6584adb700a76b5" providerId="LiveId" clId="{EDDD6B94-9ED8-438A-9867-FD53A284A507}" dt="2024-03-13T17:24:14.899" v="271" actId="931"/>
          <ac:picMkLst>
            <pc:docMk/>
            <pc:sldMk cId="2286923795" sldId="271"/>
            <ac:picMk id="4" creationId="{6994D48C-9100-95D2-841B-D90B16BF984B}"/>
          </ac:picMkLst>
        </pc:picChg>
        <pc:picChg chg="add del mod">
          <ac:chgData name="Irfan Sheikh" userId="d6584adb700a76b5" providerId="LiveId" clId="{EDDD6B94-9ED8-438A-9867-FD53A284A507}" dt="2024-03-08T04:51:29.678" v="79" actId="478"/>
          <ac:picMkLst>
            <pc:docMk/>
            <pc:sldMk cId="2286923795" sldId="271"/>
            <ac:picMk id="4" creationId="{B3C18993-529B-3293-5595-D4120F3D5EB1}"/>
          </ac:picMkLst>
        </pc:picChg>
        <pc:picChg chg="add mod">
          <ac:chgData name="Irfan Sheikh" userId="d6584adb700a76b5" providerId="LiveId" clId="{EDDD6B94-9ED8-438A-9867-FD53A284A507}" dt="2024-03-13T17:24:20.083" v="272" actId="931"/>
          <ac:picMkLst>
            <pc:docMk/>
            <pc:sldMk cId="2286923795" sldId="271"/>
            <ac:picMk id="7" creationId="{0D766C7E-6952-580C-1820-3D29DD49251F}"/>
          </ac:picMkLst>
        </pc:picChg>
        <pc:picChg chg="add del mod">
          <ac:chgData name="Irfan Sheikh" userId="d6584adb700a76b5" providerId="LiveId" clId="{EDDD6B94-9ED8-438A-9867-FD53A284A507}" dt="2024-03-08T04:51:32.593" v="80" actId="478"/>
          <ac:picMkLst>
            <pc:docMk/>
            <pc:sldMk cId="2286923795" sldId="271"/>
            <ac:picMk id="7" creationId="{D78CD792-7FF2-8C10-4475-07A0611B5F58}"/>
          </ac:picMkLst>
        </pc:picChg>
      </pc:sldChg>
      <pc:sldChg chg="addSp delSp modSp mod">
        <pc:chgData name="Irfan Sheikh" userId="d6584adb700a76b5" providerId="LiveId" clId="{EDDD6B94-9ED8-438A-9867-FD53A284A507}" dt="2024-03-13T17:24:48.675" v="276" actId="931"/>
        <pc:sldMkLst>
          <pc:docMk/>
          <pc:sldMk cId="1603109570" sldId="272"/>
        </pc:sldMkLst>
        <pc:spChg chg="add del mod">
          <ac:chgData name="Irfan Sheikh" userId="d6584adb700a76b5" providerId="LiveId" clId="{EDDD6B94-9ED8-438A-9867-FD53A284A507}" dt="2024-03-13T17:24:41.926" v="275" actId="931"/>
          <ac:spMkLst>
            <pc:docMk/>
            <pc:sldMk cId="1603109570" sldId="272"/>
            <ac:spMk id="4" creationId="{079F0CC1-95DF-9649-3523-C4C2A67E85F9}"/>
          </ac:spMkLst>
        </pc:spChg>
        <pc:spChg chg="del">
          <ac:chgData name="Irfan Sheikh" userId="d6584adb700a76b5" providerId="LiveId" clId="{EDDD6B94-9ED8-438A-9867-FD53A284A507}" dt="2024-03-07T17:21:29.882" v="18" actId="931"/>
          <ac:spMkLst>
            <pc:docMk/>
            <pc:sldMk cId="1603109570" sldId="272"/>
            <ac:spMk id="5" creationId="{1F17D74D-56A3-1AF6-82FE-6B36EFE57F35}"/>
          </ac:spMkLst>
        </pc:spChg>
        <pc:spChg chg="add del mod">
          <ac:chgData name="Irfan Sheikh" userId="d6584adb700a76b5" providerId="LiveId" clId="{EDDD6B94-9ED8-438A-9867-FD53A284A507}" dt="2024-03-08T04:52:05.659" v="83" actId="931"/>
          <ac:spMkLst>
            <pc:docMk/>
            <pc:sldMk cId="1603109570" sldId="272"/>
            <ac:spMk id="5" creationId="{25C0DB18-CC88-13C5-ED96-33287B5F526F}"/>
          </ac:spMkLst>
        </pc:spChg>
        <pc:spChg chg="add del mod">
          <ac:chgData name="Irfan Sheikh" userId="d6584adb700a76b5" providerId="LiveId" clId="{EDDD6B94-9ED8-438A-9867-FD53A284A507}" dt="2024-03-13T17:24:48.675" v="276" actId="931"/>
          <ac:spMkLst>
            <pc:docMk/>
            <pc:sldMk cId="1603109570" sldId="272"/>
            <ac:spMk id="6" creationId="{52A23D57-E701-E10E-405E-0392604543DB}"/>
          </ac:spMkLst>
        </pc:spChg>
        <pc:spChg chg="add del mod">
          <ac:chgData name="Irfan Sheikh" userId="d6584adb700a76b5" providerId="LiveId" clId="{EDDD6B94-9ED8-438A-9867-FD53A284A507}" dt="2024-03-08T04:52:09.899" v="84" actId="931"/>
          <ac:spMkLst>
            <pc:docMk/>
            <pc:sldMk cId="1603109570" sldId="272"/>
            <ac:spMk id="8" creationId="{109CFD1C-25B6-BB95-AB20-743EE409C40F}"/>
          </ac:spMkLst>
        </pc:spChg>
        <pc:spChg chg="del">
          <ac:chgData name="Irfan Sheikh" userId="d6584adb700a76b5" providerId="LiveId" clId="{EDDD6B94-9ED8-438A-9867-FD53A284A507}" dt="2024-03-07T17:21:43.915" v="19" actId="931"/>
          <ac:spMkLst>
            <pc:docMk/>
            <pc:sldMk cId="1603109570" sldId="272"/>
            <ac:spMk id="8" creationId="{1B37887F-A611-ADF7-ED1B-CDA5DA01F824}"/>
          </ac:spMkLst>
        </pc:spChg>
        <pc:picChg chg="add del mod">
          <ac:chgData name="Irfan Sheikh" userId="d6584adb700a76b5" providerId="LiveId" clId="{EDDD6B94-9ED8-438A-9867-FD53A284A507}" dt="2024-03-08T04:51:37.905" v="81" actId="478"/>
          <ac:picMkLst>
            <pc:docMk/>
            <pc:sldMk cId="1603109570" sldId="272"/>
            <ac:picMk id="4" creationId="{32E85F3A-3139-1B27-0B3E-005019E15FCB}"/>
          </ac:picMkLst>
        </pc:picChg>
        <pc:picChg chg="add del mod">
          <ac:chgData name="Irfan Sheikh" userId="d6584adb700a76b5" providerId="LiveId" clId="{EDDD6B94-9ED8-438A-9867-FD53A284A507}" dt="2024-03-08T04:51:40.035" v="82" actId="478"/>
          <ac:picMkLst>
            <pc:docMk/>
            <pc:sldMk cId="1603109570" sldId="272"/>
            <ac:picMk id="7" creationId="{381445FB-170F-43CF-42C5-707F519130BE}"/>
          </ac:picMkLst>
        </pc:picChg>
        <pc:picChg chg="add mod">
          <ac:chgData name="Irfan Sheikh" userId="d6584adb700a76b5" providerId="LiveId" clId="{EDDD6B94-9ED8-438A-9867-FD53A284A507}" dt="2024-03-13T17:24:41.926" v="275" actId="931"/>
          <ac:picMkLst>
            <pc:docMk/>
            <pc:sldMk cId="1603109570" sldId="272"/>
            <ac:picMk id="8" creationId="{CB6755C7-2144-BF7F-6DB6-AF330675C917}"/>
          </ac:picMkLst>
        </pc:picChg>
        <pc:picChg chg="add del mod">
          <ac:chgData name="Irfan Sheikh" userId="d6584adb700a76b5" providerId="LiveId" clId="{EDDD6B94-9ED8-438A-9867-FD53A284A507}" dt="2024-03-13T17:24:25.213" v="273" actId="478"/>
          <ac:picMkLst>
            <pc:docMk/>
            <pc:sldMk cId="1603109570" sldId="272"/>
            <ac:picMk id="10" creationId="{F5BA57C8-75E7-F8A0-E565-88F5EEEC16B9}"/>
          </ac:picMkLst>
        </pc:picChg>
        <pc:picChg chg="add mod">
          <ac:chgData name="Irfan Sheikh" userId="d6584adb700a76b5" providerId="LiveId" clId="{EDDD6B94-9ED8-438A-9867-FD53A284A507}" dt="2024-03-13T17:24:48.675" v="276" actId="931"/>
          <ac:picMkLst>
            <pc:docMk/>
            <pc:sldMk cId="1603109570" sldId="272"/>
            <ac:picMk id="11" creationId="{BAB4FB1C-474B-F809-791D-9FDA423B3C43}"/>
          </ac:picMkLst>
        </pc:picChg>
        <pc:picChg chg="add del mod">
          <ac:chgData name="Irfan Sheikh" userId="d6584adb700a76b5" providerId="LiveId" clId="{EDDD6B94-9ED8-438A-9867-FD53A284A507}" dt="2024-03-13T17:24:27.034" v="274" actId="478"/>
          <ac:picMkLst>
            <pc:docMk/>
            <pc:sldMk cId="1603109570" sldId="272"/>
            <ac:picMk id="12" creationId="{531CEDCE-BBAF-914F-D565-EAC774EC48DD}"/>
          </ac:picMkLst>
        </pc:picChg>
      </pc:sldChg>
      <pc:sldChg chg="addSp delSp modSp mod">
        <pc:chgData name="Irfan Sheikh" userId="d6584adb700a76b5" providerId="LiveId" clId="{EDDD6B94-9ED8-438A-9867-FD53A284A507}" dt="2024-03-13T17:25:48.656" v="280" actId="931"/>
        <pc:sldMkLst>
          <pc:docMk/>
          <pc:sldMk cId="4212891980" sldId="273"/>
        </pc:sldMkLst>
        <pc:spChg chg="add del mod">
          <ac:chgData name="Irfan Sheikh" userId="d6584adb700a76b5" providerId="LiveId" clId="{EDDD6B94-9ED8-438A-9867-FD53A284A507}" dt="2024-03-13T17:25:24.676" v="279" actId="931"/>
          <ac:spMkLst>
            <pc:docMk/>
            <pc:sldMk cId="4212891980" sldId="273"/>
            <ac:spMk id="4" creationId="{5AC4975E-0F3D-7D94-8987-FFC2A78C0D8C}"/>
          </ac:spMkLst>
        </pc:spChg>
        <pc:spChg chg="del">
          <ac:chgData name="Irfan Sheikh" userId="d6584adb700a76b5" providerId="LiveId" clId="{EDDD6B94-9ED8-438A-9867-FD53A284A507}" dt="2024-03-07T17:22:03.288" v="20" actId="931"/>
          <ac:spMkLst>
            <pc:docMk/>
            <pc:sldMk cId="4212891980" sldId="273"/>
            <ac:spMk id="5" creationId="{38B5305E-CE6A-877B-F244-0816F07F9D72}"/>
          </ac:spMkLst>
        </pc:spChg>
        <pc:spChg chg="add del mod">
          <ac:chgData name="Irfan Sheikh" userId="d6584adb700a76b5" providerId="LiveId" clId="{EDDD6B94-9ED8-438A-9867-FD53A284A507}" dt="2024-03-08T04:52:23.792" v="87" actId="931"/>
          <ac:spMkLst>
            <pc:docMk/>
            <pc:sldMk cId="4212891980" sldId="273"/>
            <ac:spMk id="5" creationId="{4CAFC0D7-2522-2D8F-841E-6C563A47542F}"/>
          </ac:spMkLst>
        </pc:spChg>
        <pc:spChg chg="add del mod">
          <ac:chgData name="Irfan Sheikh" userId="d6584adb700a76b5" providerId="LiveId" clId="{EDDD6B94-9ED8-438A-9867-FD53A284A507}" dt="2024-03-13T17:25:48.656" v="280" actId="931"/>
          <ac:spMkLst>
            <pc:docMk/>
            <pc:sldMk cId="4212891980" sldId="273"/>
            <ac:spMk id="6" creationId="{605D5522-5C0B-C1F5-5475-CBF6A4883E48}"/>
          </ac:spMkLst>
        </pc:spChg>
        <pc:spChg chg="del">
          <ac:chgData name="Irfan Sheikh" userId="d6584adb700a76b5" providerId="LiveId" clId="{EDDD6B94-9ED8-438A-9867-FD53A284A507}" dt="2024-03-07T17:22:16.839" v="21" actId="931"/>
          <ac:spMkLst>
            <pc:docMk/>
            <pc:sldMk cId="4212891980" sldId="273"/>
            <ac:spMk id="8" creationId="{37A494D1-82FE-C58E-F454-F6673FCE8AA7}"/>
          </ac:spMkLst>
        </pc:spChg>
        <pc:spChg chg="add del mod">
          <ac:chgData name="Irfan Sheikh" userId="d6584adb700a76b5" providerId="LiveId" clId="{EDDD6B94-9ED8-438A-9867-FD53A284A507}" dt="2024-03-08T04:52:26.294" v="88" actId="931"/>
          <ac:spMkLst>
            <pc:docMk/>
            <pc:sldMk cId="4212891980" sldId="273"/>
            <ac:spMk id="8" creationId="{B408A8D2-9175-9D39-A85C-7D066F1D28CD}"/>
          </ac:spMkLst>
        </pc:spChg>
        <pc:spChg chg="add del mod">
          <ac:chgData name="Irfan Sheikh" userId="d6584adb700a76b5" providerId="LiveId" clId="{EDDD6B94-9ED8-438A-9867-FD53A284A507}" dt="2024-03-08T04:53:07.128" v="95" actId="931"/>
          <ac:spMkLst>
            <pc:docMk/>
            <pc:sldMk cId="4212891980" sldId="273"/>
            <ac:spMk id="14" creationId="{19AEB04B-69AC-4553-8769-56B5FE26D23E}"/>
          </ac:spMkLst>
        </pc:spChg>
        <pc:spChg chg="add del mod">
          <ac:chgData name="Irfan Sheikh" userId="d6584adb700a76b5" providerId="LiveId" clId="{EDDD6B94-9ED8-438A-9867-FD53A284A507}" dt="2024-03-08T04:53:09.984" v="96" actId="931"/>
          <ac:spMkLst>
            <pc:docMk/>
            <pc:sldMk cId="4212891980" sldId="273"/>
            <ac:spMk id="16" creationId="{C8B5BB23-82FF-494E-D2B3-97D6D6E9331F}"/>
          </ac:spMkLst>
        </pc:spChg>
        <pc:picChg chg="add del mod">
          <ac:chgData name="Irfan Sheikh" userId="d6584adb700a76b5" providerId="LiveId" clId="{EDDD6B94-9ED8-438A-9867-FD53A284A507}" dt="2024-03-08T04:52:14.184" v="85" actId="478"/>
          <ac:picMkLst>
            <pc:docMk/>
            <pc:sldMk cId="4212891980" sldId="273"/>
            <ac:picMk id="4" creationId="{D82984CE-A481-CC65-1406-1438A8130A56}"/>
          </ac:picMkLst>
        </pc:picChg>
        <pc:picChg chg="add del mod">
          <ac:chgData name="Irfan Sheikh" userId="d6584adb700a76b5" providerId="LiveId" clId="{EDDD6B94-9ED8-438A-9867-FD53A284A507}" dt="2024-03-08T04:52:16.880" v="86" actId="478"/>
          <ac:picMkLst>
            <pc:docMk/>
            <pc:sldMk cId="4212891980" sldId="273"/>
            <ac:picMk id="7" creationId="{B86ADA48-D50A-0B44-AA47-9CE12680144C}"/>
          </ac:picMkLst>
        </pc:picChg>
        <pc:picChg chg="add mod">
          <ac:chgData name="Irfan Sheikh" userId="d6584adb700a76b5" providerId="LiveId" clId="{EDDD6B94-9ED8-438A-9867-FD53A284A507}" dt="2024-03-13T17:25:24.676" v="279" actId="931"/>
          <ac:picMkLst>
            <pc:docMk/>
            <pc:sldMk cId="4212891980" sldId="273"/>
            <ac:picMk id="8" creationId="{E77D4053-512B-15B7-7E3C-C1DFF23443FC}"/>
          </ac:picMkLst>
        </pc:picChg>
        <pc:picChg chg="add del mod">
          <ac:chgData name="Irfan Sheikh" userId="d6584adb700a76b5" providerId="LiveId" clId="{EDDD6B94-9ED8-438A-9867-FD53A284A507}" dt="2024-03-08T04:52:58.698" v="93" actId="478"/>
          <ac:picMkLst>
            <pc:docMk/>
            <pc:sldMk cId="4212891980" sldId="273"/>
            <ac:picMk id="10" creationId="{2C491AD3-10D3-5834-F762-2655B49C73F0}"/>
          </ac:picMkLst>
        </pc:picChg>
        <pc:picChg chg="add mod">
          <ac:chgData name="Irfan Sheikh" userId="d6584adb700a76b5" providerId="LiveId" clId="{EDDD6B94-9ED8-438A-9867-FD53A284A507}" dt="2024-03-13T17:25:48.656" v="280" actId="931"/>
          <ac:picMkLst>
            <pc:docMk/>
            <pc:sldMk cId="4212891980" sldId="273"/>
            <ac:picMk id="10" creationId="{5F7356EC-D7C4-42F3-3748-7407A6AA8F5A}"/>
          </ac:picMkLst>
        </pc:picChg>
        <pc:picChg chg="add del mod">
          <ac:chgData name="Irfan Sheikh" userId="d6584adb700a76b5" providerId="LiveId" clId="{EDDD6B94-9ED8-438A-9867-FD53A284A507}" dt="2024-03-08T04:53:01.537" v="94" actId="478"/>
          <ac:picMkLst>
            <pc:docMk/>
            <pc:sldMk cId="4212891980" sldId="273"/>
            <ac:picMk id="12" creationId="{9BC21518-6CB3-0574-A1E7-0117A21C17BD}"/>
          </ac:picMkLst>
        </pc:picChg>
        <pc:picChg chg="add del mod">
          <ac:chgData name="Irfan Sheikh" userId="d6584adb700a76b5" providerId="LiveId" clId="{EDDD6B94-9ED8-438A-9867-FD53A284A507}" dt="2024-03-13T17:24:53.854" v="277" actId="478"/>
          <ac:picMkLst>
            <pc:docMk/>
            <pc:sldMk cId="4212891980" sldId="273"/>
            <ac:picMk id="18" creationId="{CC833E8E-B7A3-21CD-82D9-CC0DFDDF368B}"/>
          </ac:picMkLst>
        </pc:picChg>
        <pc:picChg chg="add del mod">
          <ac:chgData name="Irfan Sheikh" userId="d6584adb700a76b5" providerId="LiveId" clId="{EDDD6B94-9ED8-438A-9867-FD53A284A507}" dt="2024-03-13T17:24:55.255" v="278" actId="478"/>
          <ac:picMkLst>
            <pc:docMk/>
            <pc:sldMk cId="4212891980" sldId="273"/>
            <ac:picMk id="20" creationId="{59184E61-ECF0-CA25-A993-A65DF019C2B8}"/>
          </ac:picMkLst>
        </pc:picChg>
      </pc:sldChg>
      <pc:sldChg chg="addSp delSp modSp mod">
        <pc:chgData name="Irfan Sheikh" userId="d6584adb700a76b5" providerId="LiveId" clId="{EDDD6B94-9ED8-438A-9867-FD53A284A507}" dt="2024-03-13T17:26:40.125" v="284" actId="931"/>
        <pc:sldMkLst>
          <pc:docMk/>
          <pc:sldMk cId="1850874519" sldId="274"/>
        </pc:sldMkLst>
        <pc:spChg chg="add del mod">
          <ac:chgData name="Irfan Sheikh" userId="d6584adb700a76b5" providerId="LiveId" clId="{EDDD6B94-9ED8-438A-9867-FD53A284A507}" dt="2024-03-13T17:26:33.276" v="283" actId="931"/>
          <ac:spMkLst>
            <pc:docMk/>
            <pc:sldMk cId="1850874519" sldId="274"/>
            <ac:spMk id="4" creationId="{A6AF8A60-43E8-F560-B691-38C5460DD5C7}"/>
          </ac:spMkLst>
        </pc:spChg>
        <pc:spChg chg="del">
          <ac:chgData name="Irfan Sheikh" userId="d6584adb700a76b5" providerId="LiveId" clId="{EDDD6B94-9ED8-438A-9867-FD53A284A507}" dt="2024-03-07T17:22:39.551" v="22" actId="931"/>
          <ac:spMkLst>
            <pc:docMk/>
            <pc:sldMk cId="1850874519" sldId="274"/>
            <ac:spMk id="5" creationId="{41B1E9C7-805E-8C84-8DDD-C8F73FFC6395}"/>
          </ac:spMkLst>
        </pc:spChg>
        <pc:spChg chg="add del mod">
          <ac:chgData name="Irfan Sheikh" userId="d6584adb700a76b5" providerId="LiveId" clId="{EDDD6B94-9ED8-438A-9867-FD53A284A507}" dt="2024-03-08T04:52:44.075" v="90" actId="931"/>
          <ac:spMkLst>
            <pc:docMk/>
            <pc:sldMk cId="1850874519" sldId="274"/>
            <ac:spMk id="5" creationId="{66C12F59-B56C-409C-3B13-B180B0E2834D}"/>
          </ac:spMkLst>
        </pc:spChg>
        <pc:spChg chg="add del mod">
          <ac:chgData name="Irfan Sheikh" userId="d6584adb700a76b5" providerId="LiveId" clId="{EDDD6B94-9ED8-438A-9867-FD53A284A507}" dt="2024-03-13T17:26:40.125" v="284" actId="931"/>
          <ac:spMkLst>
            <pc:docMk/>
            <pc:sldMk cId="1850874519" sldId="274"/>
            <ac:spMk id="6" creationId="{79C6528B-38DE-DE25-EF86-38BD125A63C4}"/>
          </ac:spMkLst>
        </pc:spChg>
        <pc:spChg chg="del">
          <ac:chgData name="Irfan Sheikh" userId="d6584adb700a76b5" providerId="LiveId" clId="{EDDD6B94-9ED8-438A-9867-FD53A284A507}" dt="2024-03-07T17:22:53.526" v="23" actId="931"/>
          <ac:spMkLst>
            <pc:docMk/>
            <pc:sldMk cId="1850874519" sldId="274"/>
            <ac:spMk id="8" creationId="{A995A0F7-EE00-74E6-F8FA-B5108CB2EC22}"/>
          </ac:spMkLst>
        </pc:spChg>
        <pc:spChg chg="add del mod">
          <ac:chgData name="Irfan Sheikh" userId="d6584adb700a76b5" providerId="LiveId" clId="{EDDD6B94-9ED8-438A-9867-FD53A284A507}" dt="2024-03-08T04:52:52.643" v="92" actId="931"/>
          <ac:spMkLst>
            <pc:docMk/>
            <pc:sldMk cId="1850874519" sldId="274"/>
            <ac:spMk id="10" creationId="{A13BB01C-E79C-B54A-F4E0-E7B9C7389021}"/>
          </ac:spMkLst>
        </pc:spChg>
        <pc:picChg chg="add del mod">
          <ac:chgData name="Irfan Sheikh" userId="d6584adb700a76b5" providerId="LiveId" clId="{EDDD6B94-9ED8-438A-9867-FD53A284A507}" dt="2024-03-08T04:52:29.725" v="89" actId="478"/>
          <ac:picMkLst>
            <pc:docMk/>
            <pc:sldMk cId="1850874519" sldId="274"/>
            <ac:picMk id="4" creationId="{5152CD89-1E59-427A-2496-BEBC6F760BB1}"/>
          </ac:picMkLst>
        </pc:picChg>
        <pc:picChg chg="add del mod">
          <ac:chgData name="Irfan Sheikh" userId="d6584adb700a76b5" providerId="LiveId" clId="{EDDD6B94-9ED8-438A-9867-FD53A284A507}" dt="2024-03-08T04:52:47.066" v="91" actId="478"/>
          <ac:picMkLst>
            <pc:docMk/>
            <pc:sldMk cId="1850874519" sldId="274"/>
            <ac:picMk id="7" creationId="{BFB99BCD-D961-11E7-1D70-D29F1AFD010C}"/>
          </ac:picMkLst>
        </pc:picChg>
        <pc:picChg chg="add del mod">
          <ac:chgData name="Irfan Sheikh" userId="d6584adb700a76b5" providerId="LiveId" clId="{EDDD6B94-9ED8-438A-9867-FD53A284A507}" dt="2024-03-13T17:26:09.369" v="281" actId="478"/>
          <ac:picMkLst>
            <pc:docMk/>
            <pc:sldMk cId="1850874519" sldId="274"/>
            <ac:picMk id="8" creationId="{7F17360F-810A-83F7-7A7A-9CD02AA02951}"/>
          </ac:picMkLst>
        </pc:picChg>
        <pc:picChg chg="add mod">
          <ac:chgData name="Irfan Sheikh" userId="d6584adb700a76b5" providerId="LiveId" clId="{EDDD6B94-9ED8-438A-9867-FD53A284A507}" dt="2024-03-13T17:26:33.276" v="283" actId="931"/>
          <ac:picMkLst>
            <pc:docMk/>
            <pc:sldMk cId="1850874519" sldId="274"/>
            <ac:picMk id="9" creationId="{9E43BA2A-1A89-F964-4ECC-9456EBCBB7BC}"/>
          </ac:picMkLst>
        </pc:picChg>
        <pc:picChg chg="add mod">
          <ac:chgData name="Irfan Sheikh" userId="d6584adb700a76b5" providerId="LiveId" clId="{EDDD6B94-9ED8-438A-9867-FD53A284A507}" dt="2024-03-13T17:26:40.125" v="284" actId="931"/>
          <ac:picMkLst>
            <pc:docMk/>
            <pc:sldMk cId="1850874519" sldId="274"/>
            <ac:picMk id="11" creationId="{CE57A916-04C0-9174-DD23-090A35F7562F}"/>
          </ac:picMkLst>
        </pc:picChg>
        <pc:picChg chg="add del mod">
          <ac:chgData name="Irfan Sheikh" userId="d6584adb700a76b5" providerId="LiveId" clId="{EDDD6B94-9ED8-438A-9867-FD53A284A507}" dt="2024-03-13T17:26:11.137" v="282" actId="478"/>
          <ac:picMkLst>
            <pc:docMk/>
            <pc:sldMk cId="1850874519" sldId="274"/>
            <ac:picMk id="12" creationId="{491ED0C6-3D24-4525-9B6C-31FE0AE2E784}"/>
          </ac:picMkLst>
        </pc:picChg>
      </pc:sldChg>
      <pc:sldChg chg="addSp delSp modSp mod">
        <pc:chgData name="Irfan Sheikh" userId="d6584adb700a76b5" providerId="LiveId" clId="{EDDD6B94-9ED8-438A-9867-FD53A284A507}" dt="2024-03-13T17:27:47.991" v="288" actId="931"/>
        <pc:sldMkLst>
          <pc:docMk/>
          <pc:sldMk cId="274968530" sldId="275"/>
        </pc:sldMkLst>
        <pc:spChg chg="add del mod">
          <ac:chgData name="Irfan Sheikh" userId="d6584adb700a76b5" providerId="LiveId" clId="{EDDD6B94-9ED8-438A-9867-FD53A284A507}" dt="2024-03-13T17:27:27.844" v="287" actId="931"/>
          <ac:spMkLst>
            <pc:docMk/>
            <pc:sldMk cId="274968530" sldId="275"/>
            <ac:spMk id="4" creationId="{4AE351C2-94D2-CACA-1890-06ACB330AEB2}"/>
          </ac:spMkLst>
        </pc:spChg>
        <pc:spChg chg="del">
          <ac:chgData name="Irfan Sheikh" userId="d6584adb700a76b5" providerId="LiveId" clId="{EDDD6B94-9ED8-438A-9867-FD53A284A507}" dt="2024-03-07T17:23:34.667" v="24" actId="931"/>
          <ac:spMkLst>
            <pc:docMk/>
            <pc:sldMk cId="274968530" sldId="275"/>
            <ac:spMk id="5" creationId="{6D4BF589-EE6C-AA41-C32A-572FEA49D88E}"/>
          </ac:spMkLst>
        </pc:spChg>
        <pc:spChg chg="add del mod">
          <ac:chgData name="Irfan Sheikh" userId="d6584adb700a76b5" providerId="LiveId" clId="{EDDD6B94-9ED8-438A-9867-FD53A284A507}" dt="2024-03-08T04:53:31.856" v="99" actId="931"/>
          <ac:spMkLst>
            <pc:docMk/>
            <pc:sldMk cId="274968530" sldId="275"/>
            <ac:spMk id="5" creationId="{E31715F0-9E2C-7143-9C7C-E61CADF1E17B}"/>
          </ac:spMkLst>
        </pc:spChg>
        <pc:spChg chg="add del mod">
          <ac:chgData name="Irfan Sheikh" userId="d6584adb700a76b5" providerId="LiveId" clId="{EDDD6B94-9ED8-438A-9867-FD53A284A507}" dt="2024-03-13T17:27:47.991" v="288" actId="931"/>
          <ac:spMkLst>
            <pc:docMk/>
            <pc:sldMk cId="274968530" sldId="275"/>
            <ac:spMk id="6" creationId="{DCF9BD9D-C914-8792-909D-C68435346751}"/>
          </ac:spMkLst>
        </pc:spChg>
        <pc:spChg chg="del">
          <ac:chgData name="Irfan Sheikh" userId="d6584adb700a76b5" providerId="LiveId" clId="{EDDD6B94-9ED8-438A-9867-FD53A284A507}" dt="2024-03-07T17:23:55.098" v="25" actId="931"/>
          <ac:spMkLst>
            <pc:docMk/>
            <pc:sldMk cId="274968530" sldId="275"/>
            <ac:spMk id="8" creationId="{37C99A43-646E-C960-7661-6C0D9CCE1EC8}"/>
          </ac:spMkLst>
        </pc:spChg>
        <pc:spChg chg="add del mod">
          <ac:chgData name="Irfan Sheikh" userId="d6584adb700a76b5" providerId="LiveId" clId="{EDDD6B94-9ED8-438A-9867-FD53A284A507}" dt="2024-03-08T04:53:37.014" v="100" actId="931"/>
          <ac:spMkLst>
            <pc:docMk/>
            <pc:sldMk cId="274968530" sldId="275"/>
            <ac:spMk id="8" creationId="{3C285FB8-FC0D-1864-B7AC-E97E00B671F8}"/>
          </ac:spMkLst>
        </pc:spChg>
        <pc:picChg chg="add del mod">
          <ac:chgData name="Irfan Sheikh" userId="d6584adb700a76b5" providerId="LiveId" clId="{EDDD6B94-9ED8-438A-9867-FD53A284A507}" dt="2024-03-08T04:53:22.152" v="97" actId="478"/>
          <ac:picMkLst>
            <pc:docMk/>
            <pc:sldMk cId="274968530" sldId="275"/>
            <ac:picMk id="4" creationId="{DA59CA06-E654-285B-B986-1094EBB49229}"/>
          </ac:picMkLst>
        </pc:picChg>
        <pc:picChg chg="add del mod">
          <ac:chgData name="Irfan Sheikh" userId="d6584adb700a76b5" providerId="LiveId" clId="{EDDD6B94-9ED8-438A-9867-FD53A284A507}" dt="2024-03-08T04:53:24.924" v="98" actId="478"/>
          <ac:picMkLst>
            <pc:docMk/>
            <pc:sldMk cId="274968530" sldId="275"/>
            <ac:picMk id="7" creationId="{509D7A5E-A65A-DEE8-9392-46D507A5E305}"/>
          </ac:picMkLst>
        </pc:picChg>
        <pc:picChg chg="add mod">
          <ac:chgData name="Irfan Sheikh" userId="d6584adb700a76b5" providerId="LiveId" clId="{EDDD6B94-9ED8-438A-9867-FD53A284A507}" dt="2024-03-13T17:27:27.844" v="287" actId="931"/>
          <ac:picMkLst>
            <pc:docMk/>
            <pc:sldMk cId="274968530" sldId="275"/>
            <ac:picMk id="8" creationId="{51CF4F72-7529-1740-D7C1-8F3A9E906897}"/>
          </ac:picMkLst>
        </pc:picChg>
        <pc:picChg chg="add del mod">
          <ac:chgData name="Irfan Sheikh" userId="d6584adb700a76b5" providerId="LiveId" clId="{EDDD6B94-9ED8-438A-9867-FD53A284A507}" dt="2024-03-13T17:26:44.783" v="285" actId="478"/>
          <ac:picMkLst>
            <pc:docMk/>
            <pc:sldMk cId="274968530" sldId="275"/>
            <ac:picMk id="10" creationId="{95CD1AC1-39EC-1392-B2CE-937FCAB5E554}"/>
          </ac:picMkLst>
        </pc:picChg>
        <pc:picChg chg="add mod">
          <ac:chgData name="Irfan Sheikh" userId="d6584adb700a76b5" providerId="LiveId" clId="{EDDD6B94-9ED8-438A-9867-FD53A284A507}" dt="2024-03-13T17:27:47.991" v="288" actId="931"/>
          <ac:picMkLst>
            <pc:docMk/>
            <pc:sldMk cId="274968530" sldId="275"/>
            <ac:picMk id="11" creationId="{933DE88E-4D8E-348C-8B05-BE42FAD9E7C4}"/>
          </ac:picMkLst>
        </pc:picChg>
        <pc:picChg chg="add del mod">
          <ac:chgData name="Irfan Sheikh" userId="d6584adb700a76b5" providerId="LiveId" clId="{EDDD6B94-9ED8-438A-9867-FD53A284A507}" dt="2024-03-13T17:26:46.728" v="286" actId="478"/>
          <ac:picMkLst>
            <pc:docMk/>
            <pc:sldMk cId="274968530" sldId="275"/>
            <ac:picMk id="12" creationId="{1F936392-449A-FB8C-4558-BA8ED8C4DB32}"/>
          </ac:picMkLst>
        </pc:picChg>
      </pc:sldChg>
      <pc:sldChg chg="addSp delSp modSp mod">
        <pc:chgData name="Irfan Sheikh" userId="d6584adb700a76b5" providerId="LiveId" clId="{EDDD6B94-9ED8-438A-9867-FD53A284A507}" dt="2024-03-13T17:28:21.538" v="292" actId="931"/>
        <pc:sldMkLst>
          <pc:docMk/>
          <pc:sldMk cId="2833444309" sldId="276"/>
        </pc:sldMkLst>
        <pc:spChg chg="add del mod">
          <ac:chgData name="Irfan Sheikh" userId="d6584adb700a76b5" providerId="LiveId" clId="{EDDD6B94-9ED8-438A-9867-FD53A284A507}" dt="2024-03-13T17:28:17.181" v="291" actId="931"/>
          <ac:spMkLst>
            <pc:docMk/>
            <pc:sldMk cId="2833444309" sldId="276"/>
            <ac:spMk id="4" creationId="{E24DDD44-56F5-607A-0005-2DF5ADDBFCE9}"/>
          </ac:spMkLst>
        </pc:spChg>
        <pc:spChg chg="add del mod">
          <ac:chgData name="Irfan Sheikh" userId="d6584adb700a76b5" providerId="LiveId" clId="{EDDD6B94-9ED8-438A-9867-FD53A284A507}" dt="2024-03-08T04:54:13.306" v="103" actId="931"/>
          <ac:spMkLst>
            <pc:docMk/>
            <pc:sldMk cId="2833444309" sldId="276"/>
            <ac:spMk id="5" creationId="{D5618508-1CD4-25D1-39D0-0CFD1F2AD615}"/>
          </ac:spMkLst>
        </pc:spChg>
        <pc:spChg chg="del">
          <ac:chgData name="Irfan Sheikh" userId="d6584adb700a76b5" providerId="LiveId" clId="{EDDD6B94-9ED8-438A-9867-FD53A284A507}" dt="2024-03-07T17:24:15.535" v="26" actId="931"/>
          <ac:spMkLst>
            <pc:docMk/>
            <pc:sldMk cId="2833444309" sldId="276"/>
            <ac:spMk id="5" creationId="{EC39F060-4E1A-BC19-22CF-18871DCEF997}"/>
          </ac:spMkLst>
        </pc:spChg>
        <pc:spChg chg="add del mod">
          <ac:chgData name="Irfan Sheikh" userId="d6584adb700a76b5" providerId="LiveId" clId="{EDDD6B94-9ED8-438A-9867-FD53A284A507}" dt="2024-03-13T17:28:21.538" v="292" actId="931"/>
          <ac:spMkLst>
            <pc:docMk/>
            <pc:sldMk cId="2833444309" sldId="276"/>
            <ac:spMk id="6" creationId="{916D7209-9287-D57D-39ED-83948ECD7F10}"/>
          </ac:spMkLst>
        </pc:spChg>
        <pc:spChg chg="add del mod">
          <ac:chgData name="Irfan Sheikh" userId="d6584adb700a76b5" providerId="LiveId" clId="{EDDD6B94-9ED8-438A-9867-FD53A284A507}" dt="2024-03-08T04:54:17.981" v="104" actId="931"/>
          <ac:spMkLst>
            <pc:docMk/>
            <pc:sldMk cId="2833444309" sldId="276"/>
            <ac:spMk id="8" creationId="{949EF091-8767-01D8-BAF2-0E596CE2BA31}"/>
          </ac:spMkLst>
        </pc:spChg>
        <pc:spChg chg="del">
          <ac:chgData name="Irfan Sheikh" userId="d6584adb700a76b5" providerId="LiveId" clId="{EDDD6B94-9ED8-438A-9867-FD53A284A507}" dt="2024-03-07T17:24:28.151" v="27" actId="931"/>
          <ac:spMkLst>
            <pc:docMk/>
            <pc:sldMk cId="2833444309" sldId="276"/>
            <ac:spMk id="8" creationId="{F2FB1896-2949-D369-FE13-3DA621CCA2A9}"/>
          </ac:spMkLst>
        </pc:spChg>
        <pc:picChg chg="add del mod">
          <ac:chgData name="Irfan Sheikh" userId="d6584adb700a76b5" providerId="LiveId" clId="{EDDD6B94-9ED8-438A-9867-FD53A284A507}" dt="2024-03-08T04:53:42.149" v="101" actId="478"/>
          <ac:picMkLst>
            <pc:docMk/>
            <pc:sldMk cId="2833444309" sldId="276"/>
            <ac:picMk id="4" creationId="{34F4D76C-31DD-8D8F-6716-1435309E47C6}"/>
          </ac:picMkLst>
        </pc:picChg>
        <pc:picChg chg="add del mod">
          <ac:chgData name="Irfan Sheikh" userId="d6584adb700a76b5" providerId="LiveId" clId="{EDDD6B94-9ED8-438A-9867-FD53A284A507}" dt="2024-03-08T04:53:44.988" v="102" actId="478"/>
          <ac:picMkLst>
            <pc:docMk/>
            <pc:sldMk cId="2833444309" sldId="276"/>
            <ac:picMk id="7" creationId="{E2A1C2E3-8292-B37C-F4CA-42A0C4942C58}"/>
          </ac:picMkLst>
        </pc:picChg>
        <pc:picChg chg="add mod">
          <ac:chgData name="Irfan Sheikh" userId="d6584adb700a76b5" providerId="LiveId" clId="{EDDD6B94-9ED8-438A-9867-FD53A284A507}" dt="2024-03-13T17:28:17.181" v="291" actId="931"/>
          <ac:picMkLst>
            <pc:docMk/>
            <pc:sldMk cId="2833444309" sldId="276"/>
            <ac:picMk id="8" creationId="{16C037F4-DDA0-FAC8-FF6C-38CC4D95C773}"/>
          </ac:picMkLst>
        </pc:picChg>
        <pc:picChg chg="add del mod">
          <ac:chgData name="Irfan Sheikh" userId="d6584adb700a76b5" providerId="LiveId" clId="{EDDD6B94-9ED8-438A-9867-FD53A284A507}" dt="2024-03-13T17:27:54.224" v="289" actId="478"/>
          <ac:picMkLst>
            <pc:docMk/>
            <pc:sldMk cId="2833444309" sldId="276"/>
            <ac:picMk id="10" creationId="{FEBA886E-6596-9C9B-8561-B1C2FDB7CAA8}"/>
          </ac:picMkLst>
        </pc:picChg>
        <pc:picChg chg="add mod">
          <ac:chgData name="Irfan Sheikh" userId="d6584adb700a76b5" providerId="LiveId" clId="{EDDD6B94-9ED8-438A-9867-FD53A284A507}" dt="2024-03-13T17:28:21.538" v="292" actId="931"/>
          <ac:picMkLst>
            <pc:docMk/>
            <pc:sldMk cId="2833444309" sldId="276"/>
            <ac:picMk id="11" creationId="{051AEB2B-81DC-3554-9A5E-BC247867E885}"/>
          </ac:picMkLst>
        </pc:picChg>
        <pc:picChg chg="add del mod">
          <ac:chgData name="Irfan Sheikh" userId="d6584adb700a76b5" providerId="LiveId" clId="{EDDD6B94-9ED8-438A-9867-FD53A284A507}" dt="2024-03-13T17:27:55.940" v="290" actId="478"/>
          <ac:picMkLst>
            <pc:docMk/>
            <pc:sldMk cId="2833444309" sldId="276"/>
            <ac:picMk id="12" creationId="{A57F1FB8-5029-E15F-2719-22D8BDE114FB}"/>
          </ac:picMkLst>
        </pc:picChg>
      </pc:sldChg>
      <pc:sldChg chg="addSp delSp modSp mod">
        <pc:chgData name="Irfan Sheikh" userId="d6584adb700a76b5" providerId="LiveId" clId="{EDDD6B94-9ED8-438A-9867-FD53A284A507}" dt="2024-03-13T17:28:53.177" v="296" actId="931"/>
        <pc:sldMkLst>
          <pc:docMk/>
          <pc:sldMk cId="3866421504" sldId="277"/>
        </pc:sldMkLst>
        <pc:spChg chg="add del mod">
          <ac:chgData name="Irfan Sheikh" userId="d6584adb700a76b5" providerId="LiveId" clId="{EDDD6B94-9ED8-438A-9867-FD53A284A507}" dt="2024-03-13T17:28:42.319" v="295" actId="931"/>
          <ac:spMkLst>
            <pc:docMk/>
            <pc:sldMk cId="3866421504" sldId="277"/>
            <ac:spMk id="4" creationId="{1F432BF7-013B-B2B6-F89D-95A8290B44E1}"/>
          </ac:spMkLst>
        </pc:spChg>
        <pc:spChg chg="add del mod">
          <ac:chgData name="Irfan Sheikh" userId="d6584adb700a76b5" providerId="LiveId" clId="{EDDD6B94-9ED8-438A-9867-FD53A284A507}" dt="2024-03-08T04:54:35.969" v="107" actId="931"/>
          <ac:spMkLst>
            <pc:docMk/>
            <pc:sldMk cId="3866421504" sldId="277"/>
            <ac:spMk id="5" creationId="{4F121E73-9EE8-E5B8-B217-21F9AB3C5DC6}"/>
          </ac:spMkLst>
        </pc:spChg>
        <pc:spChg chg="del">
          <ac:chgData name="Irfan Sheikh" userId="d6584adb700a76b5" providerId="LiveId" clId="{EDDD6B94-9ED8-438A-9867-FD53A284A507}" dt="2024-03-07T17:24:50.016" v="28" actId="931"/>
          <ac:spMkLst>
            <pc:docMk/>
            <pc:sldMk cId="3866421504" sldId="277"/>
            <ac:spMk id="5" creationId="{DA87C6A2-F743-8CB4-1221-E008BF607E71}"/>
          </ac:spMkLst>
        </pc:spChg>
        <pc:spChg chg="add del mod">
          <ac:chgData name="Irfan Sheikh" userId="d6584adb700a76b5" providerId="LiveId" clId="{EDDD6B94-9ED8-438A-9867-FD53A284A507}" dt="2024-03-13T17:28:53.177" v="296" actId="931"/>
          <ac:spMkLst>
            <pc:docMk/>
            <pc:sldMk cId="3866421504" sldId="277"/>
            <ac:spMk id="6" creationId="{97D27E18-830E-ACB1-2F08-8C65FD222C59}"/>
          </ac:spMkLst>
        </pc:spChg>
        <pc:spChg chg="del">
          <ac:chgData name="Irfan Sheikh" userId="d6584adb700a76b5" providerId="LiveId" clId="{EDDD6B94-9ED8-438A-9867-FD53A284A507}" dt="2024-03-07T17:25:09.476" v="29" actId="931"/>
          <ac:spMkLst>
            <pc:docMk/>
            <pc:sldMk cId="3866421504" sldId="277"/>
            <ac:spMk id="8" creationId="{81BC427A-9D46-C44D-5182-6BB2A7814698}"/>
          </ac:spMkLst>
        </pc:spChg>
        <pc:spChg chg="add del mod">
          <ac:chgData name="Irfan Sheikh" userId="d6584adb700a76b5" providerId="LiveId" clId="{EDDD6B94-9ED8-438A-9867-FD53A284A507}" dt="2024-03-08T04:54:40.277" v="108" actId="931"/>
          <ac:spMkLst>
            <pc:docMk/>
            <pc:sldMk cId="3866421504" sldId="277"/>
            <ac:spMk id="8" creationId="{F5FE0665-85E7-6001-715A-624837904668}"/>
          </ac:spMkLst>
        </pc:spChg>
        <pc:picChg chg="add del mod">
          <ac:chgData name="Irfan Sheikh" userId="d6584adb700a76b5" providerId="LiveId" clId="{EDDD6B94-9ED8-438A-9867-FD53A284A507}" dt="2024-03-08T04:54:23.819" v="105" actId="478"/>
          <ac:picMkLst>
            <pc:docMk/>
            <pc:sldMk cId="3866421504" sldId="277"/>
            <ac:picMk id="4" creationId="{65A44BB5-CA93-338F-9524-B03C1A556AD9}"/>
          </ac:picMkLst>
        </pc:picChg>
        <pc:picChg chg="add del mod">
          <ac:chgData name="Irfan Sheikh" userId="d6584adb700a76b5" providerId="LiveId" clId="{EDDD6B94-9ED8-438A-9867-FD53A284A507}" dt="2024-03-08T04:54:25.928" v="106" actId="478"/>
          <ac:picMkLst>
            <pc:docMk/>
            <pc:sldMk cId="3866421504" sldId="277"/>
            <ac:picMk id="7" creationId="{E7A98F5C-6FC1-1EE9-1941-E8915D34D537}"/>
          </ac:picMkLst>
        </pc:picChg>
        <pc:picChg chg="add mod">
          <ac:chgData name="Irfan Sheikh" userId="d6584adb700a76b5" providerId="LiveId" clId="{EDDD6B94-9ED8-438A-9867-FD53A284A507}" dt="2024-03-13T17:28:42.319" v="295" actId="931"/>
          <ac:picMkLst>
            <pc:docMk/>
            <pc:sldMk cId="3866421504" sldId="277"/>
            <ac:picMk id="8" creationId="{6B009F42-28EC-EA66-C3E0-3513D2C1CFAC}"/>
          </ac:picMkLst>
        </pc:picChg>
        <pc:picChg chg="add del mod">
          <ac:chgData name="Irfan Sheikh" userId="d6584adb700a76b5" providerId="LiveId" clId="{EDDD6B94-9ED8-438A-9867-FD53A284A507}" dt="2024-03-13T17:28:27.523" v="293" actId="478"/>
          <ac:picMkLst>
            <pc:docMk/>
            <pc:sldMk cId="3866421504" sldId="277"/>
            <ac:picMk id="10" creationId="{0E99C97D-75F5-9D15-E8DD-C3BE556A073B}"/>
          </ac:picMkLst>
        </pc:picChg>
        <pc:picChg chg="add mod">
          <ac:chgData name="Irfan Sheikh" userId="d6584adb700a76b5" providerId="LiveId" clId="{EDDD6B94-9ED8-438A-9867-FD53A284A507}" dt="2024-03-13T17:28:53.177" v="296" actId="931"/>
          <ac:picMkLst>
            <pc:docMk/>
            <pc:sldMk cId="3866421504" sldId="277"/>
            <ac:picMk id="11" creationId="{40512E57-3E82-B52E-F7AE-E86B6A196D1F}"/>
          </ac:picMkLst>
        </pc:picChg>
        <pc:picChg chg="add del mod">
          <ac:chgData name="Irfan Sheikh" userId="d6584adb700a76b5" providerId="LiveId" clId="{EDDD6B94-9ED8-438A-9867-FD53A284A507}" dt="2024-03-13T17:28:29.095" v="294" actId="478"/>
          <ac:picMkLst>
            <pc:docMk/>
            <pc:sldMk cId="3866421504" sldId="277"/>
            <ac:picMk id="12" creationId="{7586E846-28E2-1DAA-79F1-5B96FD1B9768}"/>
          </ac:picMkLst>
        </pc:picChg>
      </pc:sldChg>
      <pc:sldChg chg="addSp delSp modSp mod">
        <pc:chgData name="Irfan Sheikh" userId="d6584adb700a76b5" providerId="LiveId" clId="{EDDD6B94-9ED8-438A-9867-FD53A284A507}" dt="2024-03-13T17:29:15.107" v="300" actId="931"/>
        <pc:sldMkLst>
          <pc:docMk/>
          <pc:sldMk cId="130167140" sldId="278"/>
        </pc:sldMkLst>
        <pc:spChg chg="add del mod">
          <ac:chgData name="Irfan Sheikh" userId="d6584adb700a76b5" providerId="LiveId" clId="{EDDD6B94-9ED8-438A-9867-FD53A284A507}" dt="2024-03-13T17:29:10.624" v="299" actId="931"/>
          <ac:spMkLst>
            <pc:docMk/>
            <pc:sldMk cId="130167140" sldId="278"/>
            <ac:spMk id="4" creationId="{BB17126E-E3D7-F819-584B-EE8EA1A2E6C1}"/>
          </ac:spMkLst>
        </pc:spChg>
        <pc:spChg chg="del">
          <ac:chgData name="Irfan Sheikh" userId="d6584adb700a76b5" providerId="LiveId" clId="{EDDD6B94-9ED8-438A-9867-FD53A284A507}" dt="2024-03-07T17:25:33.420" v="30" actId="931"/>
          <ac:spMkLst>
            <pc:docMk/>
            <pc:sldMk cId="130167140" sldId="278"/>
            <ac:spMk id="5" creationId="{3A3189DE-030E-F199-6FD1-FFAC5AE3973E}"/>
          </ac:spMkLst>
        </pc:spChg>
        <pc:spChg chg="add del mod">
          <ac:chgData name="Irfan Sheikh" userId="d6584adb700a76b5" providerId="LiveId" clId="{EDDD6B94-9ED8-438A-9867-FD53A284A507}" dt="2024-03-08T04:55:02.049" v="111" actId="931"/>
          <ac:spMkLst>
            <pc:docMk/>
            <pc:sldMk cId="130167140" sldId="278"/>
            <ac:spMk id="5" creationId="{B08A2C93-AFD5-2B49-4220-36DF83C4CF2D}"/>
          </ac:spMkLst>
        </pc:spChg>
        <pc:spChg chg="add del mod">
          <ac:chgData name="Irfan Sheikh" userId="d6584adb700a76b5" providerId="LiveId" clId="{EDDD6B94-9ED8-438A-9867-FD53A284A507}" dt="2024-03-13T17:29:15.107" v="300" actId="931"/>
          <ac:spMkLst>
            <pc:docMk/>
            <pc:sldMk cId="130167140" sldId="278"/>
            <ac:spMk id="6" creationId="{CBC0AE82-1358-3370-D815-B604D2227DAF}"/>
          </ac:spMkLst>
        </pc:spChg>
        <pc:spChg chg="add del mod">
          <ac:chgData name="Irfan Sheikh" userId="d6584adb700a76b5" providerId="LiveId" clId="{EDDD6B94-9ED8-438A-9867-FD53A284A507}" dt="2024-03-08T04:55:07.020" v="112" actId="931"/>
          <ac:spMkLst>
            <pc:docMk/>
            <pc:sldMk cId="130167140" sldId="278"/>
            <ac:spMk id="8" creationId="{64659B31-7B4C-A32A-CAE0-553317FA6BFE}"/>
          </ac:spMkLst>
        </pc:spChg>
        <pc:spChg chg="del">
          <ac:chgData name="Irfan Sheikh" userId="d6584adb700a76b5" providerId="LiveId" clId="{EDDD6B94-9ED8-438A-9867-FD53A284A507}" dt="2024-03-07T17:25:45.232" v="31" actId="931"/>
          <ac:spMkLst>
            <pc:docMk/>
            <pc:sldMk cId="130167140" sldId="278"/>
            <ac:spMk id="8" creationId="{B73A6075-84F2-68C4-1412-0736110922CC}"/>
          </ac:spMkLst>
        </pc:spChg>
        <pc:picChg chg="add del mod">
          <ac:chgData name="Irfan Sheikh" userId="d6584adb700a76b5" providerId="LiveId" clId="{EDDD6B94-9ED8-438A-9867-FD53A284A507}" dt="2024-03-08T04:54:45.369" v="109" actId="478"/>
          <ac:picMkLst>
            <pc:docMk/>
            <pc:sldMk cId="130167140" sldId="278"/>
            <ac:picMk id="4" creationId="{805D5930-F4B9-2740-D135-CCBA51BB9EE7}"/>
          </ac:picMkLst>
        </pc:picChg>
        <pc:picChg chg="add del mod">
          <ac:chgData name="Irfan Sheikh" userId="d6584adb700a76b5" providerId="LiveId" clId="{EDDD6B94-9ED8-438A-9867-FD53A284A507}" dt="2024-03-08T04:54:48.389" v="110" actId="478"/>
          <ac:picMkLst>
            <pc:docMk/>
            <pc:sldMk cId="130167140" sldId="278"/>
            <ac:picMk id="7" creationId="{C930E224-334B-C5D4-1605-5BC009368F59}"/>
          </ac:picMkLst>
        </pc:picChg>
        <pc:picChg chg="add mod">
          <ac:chgData name="Irfan Sheikh" userId="d6584adb700a76b5" providerId="LiveId" clId="{EDDD6B94-9ED8-438A-9867-FD53A284A507}" dt="2024-03-13T17:29:10.624" v="299" actId="931"/>
          <ac:picMkLst>
            <pc:docMk/>
            <pc:sldMk cId="130167140" sldId="278"/>
            <ac:picMk id="8" creationId="{B1CB08E6-4D58-395B-98E3-1905986D9B29}"/>
          </ac:picMkLst>
        </pc:picChg>
        <pc:picChg chg="add del mod">
          <ac:chgData name="Irfan Sheikh" userId="d6584adb700a76b5" providerId="LiveId" clId="{EDDD6B94-9ED8-438A-9867-FD53A284A507}" dt="2024-03-13T17:28:56.999" v="297" actId="478"/>
          <ac:picMkLst>
            <pc:docMk/>
            <pc:sldMk cId="130167140" sldId="278"/>
            <ac:picMk id="10" creationId="{ECF1E70A-05C1-B7C6-0BFF-C7EC5A464E49}"/>
          </ac:picMkLst>
        </pc:picChg>
        <pc:picChg chg="add mod">
          <ac:chgData name="Irfan Sheikh" userId="d6584adb700a76b5" providerId="LiveId" clId="{EDDD6B94-9ED8-438A-9867-FD53A284A507}" dt="2024-03-13T17:29:15.107" v="300" actId="931"/>
          <ac:picMkLst>
            <pc:docMk/>
            <pc:sldMk cId="130167140" sldId="278"/>
            <ac:picMk id="11" creationId="{00E912F0-99A4-19E1-84A6-04ECD467FD2E}"/>
          </ac:picMkLst>
        </pc:picChg>
        <pc:picChg chg="add del mod">
          <ac:chgData name="Irfan Sheikh" userId="d6584adb700a76b5" providerId="LiveId" clId="{EDDD6B94-9ED8-438A-9867-FD53A284A507}" dt="2024-03-13T17:28:58.913" v="298" actId="478"/>
          <ac:picMkLst>
            <pc:docMk/>
            <pc:sldMk cId="130167140" sldId="278"/>
            <ac:picMk id="12" creationId="{E1910B36-C44F-6F22-0ABF-D9ECC6E043DF}"/>
          </ac:picMkLst>
        </pc:picChg>
      </pc:sldChg>
      <pc:sldChg chg="addSp delSp modSp mod">
        <pc:chgData name="Irfan Sheikh" userId="d6584adb700a76b5" providerId="LiveId" clId="{EDDD6B94-9ED8-438A-9867-FD53A284A507}" dt="2024-03-13T17:29:32.090" v="302" actId="931"/>
        <pc:sldMkLst>
          <pc:docMk/>
          <pc:sldMk cId="2784355380" sldId="279"/>
        </pc:sldMkLst>
        <pc:spChg chg="del">
          <ac:chgData name="Irfan Sheikh" userId="d6584adb700a76b5" providerId="LiveId" clId="{EDDD6B94-9ED8-438A-9867-FD53A284A507}" dt="2024-03-07T17:26:02.629" v="32" actId="931"/>
          <ac:spMkLst>
            <pc:docMk/>
            <pc:sldMk cId="2784355380" sldId="279"/>
            <ac:spMk id="5" creationId="{09FC8D5E-AF84-C238-3767-CF59F3C60C54}"/>
          </ac:spMkLst>
        </pc:spChg>
        <pc:spChg chg="add del mod">
          <ac:chgData name="Irfan Sheikh" userId="d6584adb700a76b5" providerId="LiveId" clId="{EDDD6B94-9ED8-438A-9867-FD53A284A507}" dt="2024-03-13T17:29:27.271" v="301" actId="931"/>
          <ac:spMkLst>
            <pc:docMk/>
            <pc:sldMk cId="2784355380" sldId="279"/>
            <ac:spMk id="5" creationId="{A8CB3D6F-6968-00F5-5DD5-1D91578EEE74}"/>
          </ac:spMkLst>
        </pc:spChg>
        <pc:spChg chg="del">
          <ac:chgData name="Irfan Sheikh" userId="d6584adb700a76b5" providerId="LiveId" clId="{EDDD6B94-9ED8-438A-9867-FD53A284A507}" dt="2024-03-07T17:26:17.268" v="33" actId="931"/>
          <ac:spMkLst>
            <pc:docMk/>
            <pc:sldMk cId="2784355380" sldId="279"/>
            <ac:spMk id="8" creationId="{1BF09AEE-C002-115B-BAF1-4F80A470B0C9}"/>
          </ac:spMkLst>
        </pc:spChg>
        <pc:spChg chg="add del mod">
          <ac:chgData name="Irfan Sheikh" userId="d6584adb700a76b5" providerId="LiveId" clId="{EDDD6B94-9ED8-438A-9867-FD53A284A507}" dt="2024-03-13T17:29:32.090" v="302" actId="931"/>
          <ac:spMkLst>
            <pc:docMk/>
            <pc:sldMk cId="2784355380" sldId="279"/>
            <ac:spMk id="8" creationId="{5A7135A8-226E-4408-C658-18255FFF8E5A}"/>
          </ac:spMkLst>
        </pc:spChg>
        <pc:picChg chg="add mod">
          <ac:chgData name="Irfan Sheikh" userId="d6584adb700a76b5" providerId="LiveId" clId="{EDDD6B94-9ED8-438A-9867-FD53A284A507}" dt="2024-03-13T17:29:27.271" v="301" actId="931"/>
          <ac:picMkLst>
            <pc:docMk/>
            <pc:sldMk cId="2784355380" sldId="279"/>
            <ac:picMk id="4" creationId="{7A139796-1216-B616-2DA2-E63EB5105AED}"/>
          </ac:picMkLst>
        </pc:picChg>
        <pc:picChg chg="add del mod">
          <ac:chgData name="Irfan Sheikh" userId="d6584adb700a76b5" providerId="LiveId" clId="{EDDD6B94-9ED8-438A-9867-FD53A284A507}" dt="2024-03-08T04:55:11.014" v="113" actId="478"/>
          <ac:picMkLst>
            <pc:docMk/>
            <pc:sldMk cId="2784355380" sldId="279"/>
            <ac:picMk id="4" creationId="{9E260DE6-1CAC-200A-0FDC-6982F5C2C86A}"/>
          </ac:picMkLst>
        </pc:picChg>
        <pc:picChg chg="add mod">
          <ac:chgData name="Irfan Sheikh" userId="d6584adb700a76b5" providerId="LiveId" clId="{EDDD6B94-9ED8-438A-9867-FD53A284A507}" dt="2024-03-13T17:29:32.090" v="302" actId="931"/>
          <ac:picMkLst>
            <pc:docMk/>
            <pc:sldMk cId="2784355380" sldId="279"/>
            <ac:picMk id="7" creationId="{0381F602-1D50-8832-4975-4E829C03E691}"/>
          </ac:picMkLst>
        </pc:picChg>
        <pc:picChg chg="add del mod">
          <ac:chgData name="Irfan Sheikh" userId="d6584adb700a76b5" providerId="LiveId" clId="{EDDD6B94-9ED8-438A-9867-FD53A284A507}" dt="2024-03-08T04:55:13.161" v="114" actId="478"/>
          <ac:picMkLst>
            <pc:docMk/>
            <pc:sldMk cId="2784355380" sldId="279"/>
            <ac:picMk id="7" creationId="{4E27470B-3239-17EE-6799-6C8FBAEE8E1D}"/>
          </ac:picMkLst>
        </pc:picChg>
      </pc:sldChg>
      <pc:sldChg chg="addSp delSp modSp mod">
        <pc:chgData name="Irfan Sheikh" userId="d6584adb700a76b5" providerId="LiveId" clId="{EDDD6B94-9ED8-438A-9867-FD53A284A507}" dt="2024-03-13T17:29:58.213" v="306" actId="931"/>
        <pc:sldMkLst>
          <pc:docMk/>
          <pc:sldMk cId="544596630" sldId="280"/>
        </pc:sldMkLst>
        <pc:spChg chg="add del mod">
          <ac:chgData name="Irfan Sheikh" userId="d6584adb700a76b5" providerId="LiveId" clId="{EDDD6B94-9ED8-438A-9867-FD53A284A507}" dt="2024-03-13T17:29:50.131" v="305" actId="931"/>
          <ac:spMkLst>
            <pc:docMk/>
            <pc:sldMk cId="544596630" sldId="280"/>
            <ac:spMk id="4" creationId="{E7707FE6-3918-E51E-4B4E-6369060A0578}"/>
          </ac:spMkLst>
        </pc:spChg>
        <pc:spChg chg="add del mod">
          <ac:chgData name="Irfan Sheikh" userId="d6584adb700a76b5" providerId="LiveId" clId="{EDDD6B94-9ED8-438A-9867-FD53A284A507}" dt="2024-03-08T04:55:38.888" v="117" actId="931"/>
          <ac:spMkLst>
            <pc:docMk/>
            <pc:sldMk cId="544596630" sldId="280"/>
            <ac:spMk id="5" creationId="{4E4C5A7D-EE1B-04B3-A11B-B255D669E463}"/>
          </ac:spMkLst>
        </pc:spChg>
        <pc:spChg chg="del">
          <ac:chgData name="Irfan Sheikh" userId="d6584adb700a76b5" providerId="LiveId" clId="{EDDD6B94-9ED8-438A-9867-FD53A284A507}" dt="2024-03-07T17:26:37.774" v="34" actId="931"/>
          <ac:spMkLst>
            <pc:docMk/>
            <pc:sldMk cId="544596630" sldId="280"/>
            <ac:spMk id="5" creationId="{9355B279-86F0-E2DC-B9B5-B090CB458208}"/>
          </ac:spMkLst>
        </pc:spChg>
        <pc:spChg chg="add del mod">
          <ac:chgData name="Irfan Sheikh" userId="d6584adb700a76b5" providerId="LiveId" clId="{EDDD6B94-9ED8-438A-9867-FD53A284A507}" dt="2024-03-13T17:29:58.213" v="306" actId="931"/>
          <ac:spMkLst>
            <pc:docMk/>
            <pc:sldMk cId="544596630" sldId="280"/>
            <ac:spMk id="6" creationId="{F25172E3-3B67-90B1-7EBE-11091A8B10F9}"/>
          </ac:spMkLst>
        </pc:spChg>
        <pc:spChg chg="del">
          <ac:chgData name="Irfan Sheikh" userId="d6584adb700a76b5" providerId="LiveId" clId="{EDDD6B94-9ED8-438A-9867-FD53A284A507}" dt="2024-03-07T17:26:50.965" v="35" actId="931"/>
          <ac:spMkLst>
            <pc:docMk/>
            <pc:sldMk cId="544596630" sldId="280"/>
            <ac:spMk id="8" creationId="{6364AACF-BF7B-1920-A765-879EA5E415B0}"/>
          </ac:spMkLst>
        </pc:spChg>
        <pc:spChg chg="add del mod">
          <ac:chgData name="Irfan Sheikh" userId="d6584adb700a76b5" providerId="LiveId" clId="{EDDD6B94-9ED8-438A-9867-FD53A284A507}" dt="2024-03-08T04:55:43.562" v="118" actId="931"/>
          <ac:spMkLst>
            <pc:docMk/>
            <pc:sldMk cId="544596630" sldId="280"/>
            <ac:spMk id="8" creationId="{C409657D-B4BF-D6F8-F5A1-350C781BD40D}"/>
          </ac:spMkLst>
        </pc:spChg>
        <pc:picChg chg="add del mod">
          <ac:chgData name="Irfan Sheikh" userId="d6584adb700a76b5" providerId="LiveId" clId="{EDDD6B94-9ED8-438A-9867-FD53A284A507}" dt="2024-03-08T04:55:18.737" v="115" actId="478"/>
          <ac:picMkLst>
            <pc:docMk/>
            <pc:sldMk cId="544596630" sldId="280"/>
            <ac:picMk id="4" creationId="{872F7144-D061-9B10-9810-4F3ECF1448C5}"/>
          </ac:picMkLst>
        </pc:picChg>
        <pc:picChg chg="add del mod">
          <ac:chgData name="Irfan Sheikh" userId="d6584adb700a76b5" providerId="LiveId" clId="{EDDD6B94-9ED8-438A-9867-FD53A284A507}" dt="2024-03-08T04:55:20.793" v="116" actId="478"/>
          <ac:picMkLst>
            <pc:docMk/>
            <pc:sldMk cId="544596630" sldId="280"/>
            <ac:picMk id="7" creationId="{FD52A959-7FA2-21BC-1452-73DEC6985305}"/>
          </ac:picMkLst>
        </pc:picChg>
        <pc:picChg chg="add mod">
          <ac:chgData name="Irfan Sheikh" userId="d6584adb700a76b5" providerId="LiveId" clId="{EDDD6B94-9ED8-438A-9867-FD53A284A507}" dt="2024-03-13T17:29:50.131" v="305" actId="931"/>
          <ac:picMkLst>
            <pc:docMk/>
            <pc:sldMk cId="544596630" sldId="280"/>
            <ac:picMk id="8" creationId="{E35AB916-56A5-2242-81F5-3042E30505FA}"/>
          </ac:picMkLst>
        </pc:picChg>
        <pc:picChg chg="add del mod">
          <ac:chgData name="Irfan Sheikh" userId="d6584adb700a76b5" providerId="LiveId" clId="{EDDD6B94-9ED8-438A-9867-FD53A284A507}" dt="2024-03-13T17:29:36.666" v="303" actId="478"/>
          <ac:picMkLst>
            <pc:docMk/>
            <pc:sldMk cId="544596630" sldId="280"/>
            <ac:picMk id="10" creationId="{9C56AEAD-509A-DC73-2370-BF69CC382BAA}"/>
          </ac:picMkLst>
        </pc:picChg>
        <pc:picChg chg="add mod">
          <ac:chgData name="Irfan Sheikh" userId="d6584adb700a76b5" providerId="LiveId" clId="{EDDD6B94-9ED8-438A-9867-FD53A284A507}" dt="2024-03-13T17:29:58.213" v="306" actId="931"/>
          <ac:picMkLst>
            <pc:docMk/>
            <pc:sldMk cId="544596630" sldId="280"/>
            <ac:picMk id="11" creationId="{04315FFF-F85B-E0C6-D7CC-18633F216900}"/>
          </ac:picMkLst>
        </pc:picChg>
        <pc:picChg chg="add del mod">
          <ac:chgData name="Irfan Sheikh" userId="d6584adb700a76b5" providerId="LiveId" clId="{EDDD6B94-9ED8-438A-9867-FD53A284A507}" dt="2024-03-13T17:29:38.305" v="304" actId="478"/>
          <ac:picMkLst>
            <pc:docMk/>
            <pc:sldMk cId="544596630" sldId="280"/>
            <ac:picMk id="12" creationId="{DC90AF81-AE86-DE4B-3B04-79FD3EBE8633}"/>
          </ac:picMkLst>
        </pc:picChg>
      </pc:sldChg>
      <pc:sldChg chg="addSp delSp modSp mod">
        <pc:chgData name="Irfan Sheikh" userId="d6584adb700a76b5" providerId="LiveId" clId="{EDDD6B94-9ED8-438A-9867-FD53A284A507}" dt="2024-03-13T17:30:22.670" v="310" actId="931"/>
        <pc:sldMkLst>
          <pc:docMk/>
          <pc:sldMk cId="178219835" sldId="281"/>
        </pc:sldMkLst>
        <pc:spChg chg="add del mod">
          <ac:chgData name="Irfan Sheikh" userId="d6584adb700a76b5" providerId="LiveId" clId="{EDDD6B94-9ED8-438A-9867-FD53A284A507}" dt="2024-03-13T17:30:18.045" v="309" actId="931"/>
          <ac:spMkLst>
            <pc:docMk/>
            <pc:sldMk cId="178219835" sldId="281"/>
            <ac:spMk id="4" creationId="{2F59CCDA-8804-337F-5FEB-D7AAEC2AA322}"/>
          </ac:spMkLst>
        </pc:spChg>
        <pc:spChg chg="del">
          <ac:chgData name="Irfan Sheikh" userId="d6584adb700a76b5" providerId="LiveId" clId="{EDDD6B94-9ED8-438A-9867-FD53A284A507}" dt="2024-03-07T17:27:23.649" v="36" actId="931"/>
          <ac:spMkLst>
            <pc:docMk/>
            <pc:sldMk cId="178219835" sldId="281"/>
            <ac:spMk id="5" creationId="{90A6D6F0-0462-7D56-2CED-3EDDC2FBFC67}"/>
          </ac:spMkLst>
        </pc:spChg>
        <pc:spChg chg="add del mod">
          <ac:chgData name="Irfan Sheikh" userId="d6584adb700a76b5" providerId="LiveId" clId="{EDDD6B94-9ED8-438A-9867-FD53A284A507}" dt="2024-03-08T04:55:55.995" v="121" actId="931"/>
          <ac:spMkLst>
            <pc:docMk/>
            <pc:sldMk cId="178219835" sldId="281"/>
            <ac:spMk id="5" creationId="{EC3E371C-5723-2E78-6651-C55A209DBB6B}"/>
          </ac:spMkLst>
        </pc:spChg>
        <pc:spChg chg="add del mod">
          <ac:chgData name="Irfan Sheikh" userId="d6584adb700a76b5" providerId="LiveId" clId="{EDDD6B94-9ED8-438A-9867-FD53A284A507}" dt="2024-03-13T17:30:22.670" v="310" actId="931"/>
          <ac:spMkLst>
            <pc:docMk/>
            <pc:sldMk cId="178219835" sldId="281"/>
            <ac:spMk id="6" creationId="{28C6E27E-4718-DCC1-524D-F1DB81CC5EDC}"/>
          </ac:spMkLst>
        </pc:spChg>
        <pc:spChg chg="del">
          <ac:chgData name="Irfan Sheikh" userId="d6584adb700a76b5" providerId="LiveId" clId="{EDDD6B94-9ED8-438A-9867-FD53A284A507}" dt="2024-03-07T17:27:38.621" v="37" actId="931"/>
          <ac:spMkLst>
            <pc:docMk/>
            <pc:sldMk cId="178219835" sldId="281"/>
            <ac:spMk id="8" creationId="{4185D49D-A934-068F-CBEB-8F8FDDE17396}"/>
          </ac:spMkLst>
        </pc:spChg>
        <pc:spChg chg="add del mod">
          <ac:chgData name="Irfan Sheikh" userId="d6584adb700a76b5" providerId="LiveId" clId="{EDDD6B94-9ED8-438A-9867-FD53A284A507}" dt="2024-03-08T04:55:59.681" v="122" actId="931"/>
          <ac:spMkLst>
            <pc:docMk/>
            <pc:sldMk cId="178219835" sldId="281"/>
            <ac:spMk id="8" creationId="{A0543B69-30E3-0A4B-3EF0-0253EA6035C1}"/>
          </ac:spMkLst>
        </pc:spChg>
        <pc:picChg chg="add del mod">
          <ac:chgData name="Irfan Sheikh" userId="d6584adb700a76b5" providerId="LiveId" clId="{EDDD6B94-9ED8-438A-9867-FD53A284A507}" dt="2024-03-08T04:55:47.897" v="119" actId="478"/>
          <ac:picMkLst>
            <pc:docMk/>
            <pc:sldMk cId="178219835" sldId="281"/>
            <ac:picMk id="4" creationId="{91490EB4-D695-CA58-BE81-9CA1DF8F7BAA}"/>
          </ac:picMkLst>
        </pc:picChg>
        <pc:picChg chg="add del mod">
          <ac:chgData name="Irfan Sheikh" userId="d6584adb700a76b5" providerId="LiveId" clId="{EDDD6B94-9ED8-438A-9867-FD53A284A507}" dt="2024-03-08T04:55:49.850" v="120" actId="478"/>
          <ac:picMkLst>
            <pc:docMk/>
            <pc:sldMk cId="178219835" sldId="281"/>
            <ac:picMk id="7" creationId="{EEA7B690-D368-BEB7-457A-EBB6D0CD24E2}"/>
          </ac:picMkLst>
        </pc:picChg>
        <pc:picChg chg="add mod">
          <ac:chgData name="Irfan Sheikh" userId="d6584adb700a76b5" providerId="LiveId" clId="{EDDD6B94-9ED8-438A-9867-FD53A284A507}" dt="2024-03-13T17:30:18.045" v="309" actId="931"/>
          <ac:picMkLst>
            <pc:docMk/>
            <pc:sldMk cId="178219835" sldId="281"/>
            <ac:picMk id="8" creationId="{5A8FAA61-8C49-315A-5F7F-101CFF9D226A}"/>
          </ac:picMkLst>
        </pc:picChg>
        <pc:picChg chg="add del mod">
          <ac:chgData name="Irfan Sheikh" userId="d6584adb700a76b5" providerId="LiveId" clId="{EDDD6B94-9ED8-438A-9867-FD53A284A507}" dt="2024-03-13T17:30:01.187" v="307" actId="478"/>
          <ac:picMkLst>
            <pc:docMk/>
            <pc:sldMk cId="178219835" sldId="281"/>
            <ac:picMk id="10" creationId="{4918026E-5240-1275-272C-7A401BC568D4}"/>
          </ac:picMkLst>
        </pc:picChg>
        <pc:picChg chg="add mod">
          <ac:chgData name="Irfan Sheikh" userId="d6584adb700a76b5" providerId="LiveId" clId="{EDDD6B94-9ED8-438A-9867-FD53A284A507}" dt="2024-03-13T17:30:22.670" v="310" actId="931"/>
          <ac:picMkLst>
            <pc:docMk/>
            <pc:sldMk cId="178219835" sldId="281"/>
            <ac:picMk id="11" creationId="{70C5C6E4-6689-77F7-21D9-52CFC4D6433C}"/>
          </ac:picMkLst>
        </pc:picChg>
        <pc:picChg chg="add del mod">
          <ac:chgData name="Irfan Sheikh" userId="d6584adb700a76b5" providerId="LiveId" clId="{EDDD6B94-9ED8-438A-9867-FD53A284A507}" dt="2024-03-13T17:30:02.828" v="308" actId="478"/>
          <ac:picMkLst>
            <pc:docMk/>
            <pc:sldMk cId="178219835" sldId="281"/>
            <ac:picMk id="12" creationId="{FB9EE3A3-1D3D-949A-A5A0-635BE69F48D6}"/>
          </ac:picMkLst>
        </pc:picChg>
      </pc:sldChg>
      <pc:sldChg chg="addSp delSp modSp mod">
        <pc:chgData name="Irfan Sheikh" userId="d6584adb700a76b5" providerId="LiveId" clId="{EDDD6B94-9ED8-438A-9867-FD53A284A507}" dt="2024-03-13T17:31:03.760" v="314" actId="931"/>
        <pc:sldMkLst>
          <pc:docMk/>
          <pc:sldMk cId="2443070866" sldId="282"/>
        </pc:sldMkLst>
        <pc:spChg chg="add del mod">
          <ac:chgData name="Irfan Sheikh" userId="d6584adb700a76b5" providerId="LiveId" clId="{EDDD6B94-9ED8-438A-9867-FD53A284A507}" dt="2024-03-13T17:30:52.964" v="313" actId="931"/>
          <ac:spMkLst>
            <pc:docMk/>
            <pc:sldMk cId="2443070866" sldId="282"/>
            <ac:spMk id="4" creationId="{B5AD084E-5A65-0711-8ECD-4DEFEB50D704}"/>
          </ac:spMkLst>
        </pc:spChg>
        <pc:spChg chg="del">
          <ac:chgData name="Irfan Sheikh" userId="d6584adb700a76b5" providerId="LiveId" clId="{EDDD6B94-9ED8-438A-9867-FD53A284A507}" dt="2024-03-07T17:27:56.301" v="38" actId="931"/>
          <ac:spMkLst>
            <pc:docMk/>
            <pc:sldMk cId="2443070866" sldId="282"/>
            <ac:spMk id="5" creationId="{492E9242-2C99-3AD7-B253-60C12AAE9410}"/>
          </ac:spMkLst>
        </pc:spChg>
        <pc:spChg chg="add del mod">
          <ac:chgData name="Irfan Sheikh" userId="d6584adb700a76b5" providerId="LiveId" clId="{EDDD6B94-9ED8-438A-9867-FD53A284A507}" dt="2024-03-08T04:56:27.782" v="125" actId="931"/>
          <ac:spMkLst>
            <pc:docMk/>
            <pc:sldMk cId="2443070866" sldId="282"/>
            <ac:spMk id="5" creationId="{DF9421E3-E30D-394C-ED96-B9EB9054C519}"/>
          </ac:spMkLst>
        </pc:spChg>
        <pc:spChg chg="add del mod">
          <ac:chgData name="Irfan Sheikh" userId="d6584adb700a76b5" providerId="LiveId" clId="{EDDD6B94-9ED8-438A-9867-FD53A284A507}" dt="2024-03-13T17:31:03.760" v="314" actId="931"/>
          <ac:spMkLst>
            <pc:docMk/>
            <pc:sldMk cId="2443070866" sldId="282"/>
            <ac:spMk id="6" creationId="{6C137816-89BB-11A9-73F9-F4CC46790116}"/>
          </ac:spMkLst>
        </pc:spChg>
        <pc:spChg chg="del">
          <ac:chgData name="Irfan Sheikh" userId="d6584adb700a76b5" providerId="LiveId" clId="{EDDD6B94-9ED8-438A-9867-FD53A284A507}" dt="2024-03-07T17:28:07.280" v="39" actId="931"/>
          <ac:spMkLst>
            <pc:docMk/>
            <pc:sldMk cId="2443070866" sldId="282"/>
            <ac:spMk id="8" creationId="{A1265802-98AC-558C-CDDE-762967C81E03}"/>
          </ac:spMkLst>
        </pc:spChg>
        <pc:spChg chg="add del mod">
          <ac:chgData name="Irfan Sheikh" userId="d6584adb700a76b5" providerId="LiveId" clId="{EDDD6B94-9ED8-438A-9867-FD53A284A507}" dt="2024-03-08T04:56:31.201" v="126" actId="931"/>
          <ac:spMkLst>
            <pc:docMk/>
            <pc:sldMk cId="2443070866" sldId="282"/>
            <ac:spMk id="8" creationId="{E2D8ADDA-5512-772B-BCC4-0035F89B7D54}"/>
          </ac:spMkLst>
        </pc:spChg>
        <pc:picChg chg="add del mod">
          <ac:chgData name="Irfan Sheikh" userId="d6584adb700a76b5" providerId="LiveId" clId="{EDDD6B94-9ED8-438A-9867-FD53A284A507}" dt="2024-03-08T04:56:04.458" v="123" actId="478"/>
          <ac:picMkLst>
            <pc:docMk/>
            <pc:sldMk cId="2443070866" sldId="282"/>
            <ac:picMk id="4" creationId="{7F22EF2E-05A7-05B2-BFC6-1E1E18511313}"/>
          </ac:picMkLst>
        </pc:picChg>
        <pc:picChg chg="add del mod">
          <ac:chgData name="Irfan Sheikh" userId="d6584adb700a76b5" providerId="LiveId" clId="{EDDD6B94-9ED8-438A-9867-FD53A284A507}" dt="2024-03-08T04:56:06.610" v="124" actId="478"/>
          <ac:picMkLst>
            <pc:docMk/>
            <pc:sldMk cId="2443070866" sldId="282"/>
            <ac:picMk id="7" creationId="{7B9194E9-E585-4D8A-C9E2-367EFD2D5F73}"/>
          </ac:picMkLst>
        </pc:picChg>
        <pc:picChg chg="add mod">
          <ac:chgData name="Irfan Sheikh" userId="d6584adb700a76b5" providerId="LiveId" clId="{EDDD6B94-9ED8-438A-9867-FD53A284A507}" dt="2024-03-13T17:30:52.964" v="313" actId="931"/>
          <ac:picMkLst>
            <pc:docMk/>
            <pc:sldMk cId="2443070866" sldId="282"/>
            <ac:picMk id="8" creationId="{4B53A64A-BF38-7D51-6093-46B20AEC56B4}"/>
          </ac:picMkLst>
        </pc:picChg>
        <pc:picChg chg="add del mod">
          <ac:chgData name="Irfan Sheikh" userId="d6584adb700a76b5" providerId="LiveId" clId="{EDDD6B94-9ED8-438A-9867-FD53A284A507}" dt="2024-03-13T17:30:25.574" v="311" actId="478"/>
          <ac:picMkLst>
            <pc:docMk/>
            <pc:sldMk cId="2443070866" sldId="282"/>
            <ac:picMk id="10" creationId="{CC1B9C8C-4DF1-0296-F063-A880851D3CCC}"/>
          </ac:picMkLst>
        </pc:picChg>
        <pc:picChg chg="add mod">
          <ac:chgData name="Irfan Sheikh" userId="d6584adb700a76b5" providerId="LiveId" clId="{EDDD6B94-9ED8-438A-9867-FD53A284A507}" dt="2024-03-13T17:31:03.760" v="314" actId="931"/>
          <ac:picMkLst>
            <pc:docMk/>
            <pc:sldMk cId="2443070866" sldId="282"/>
            <ac:picMk id="11" creationId="{064E012B-DB1F-3224-1A78-5E153CD6E104}"/>
          </ac:picMkLst>
        </pc:picChg>
        <pc:picChg chg="add del mod">
          <ac:chgData name="Irfan Sheikh" userId="d6584adb700a76b5" providerId="LiveId" clId="{EDDD6B94-9ED8-438A-9867-FD53A284A507}" dt="2024-03-13T17:30:27.506" v="312" actId="478"/>
          <ac:picMkLst>
            <pc:docMk/>
            <pc:sldMk cId="2443070866" sldId="282"/>
            <ac:picMk id="12" creationId="{B0E9F34A-724A-149E-7BE4-5B2D1EC96C82}"/>
          </ac:picMkLst>
        </pc:picChg>
      </pc:sldChg>
      <pc:sldChg chg="addSp delSp modSp mod">
        <pc:chgData name="Irfan Sheikh" userId="d6584adb700a76b5" providerId="LiveId" clId="{EDDD6B94-9ED8-438A-9867-FD53A284A507}" dt="2024-03-13T17:32:47.015" v="318" actId="931"/>
        <pc:sldMkLst>
          <pc:docMk/>
          <pc:sldMk cId="455564623" sldId="283"/>
        </pc:sldMkLst>
        <pc:spChg chg="add del mod">
          <ac:chgData name="Irfan Sheikh" userId="d6584adb700a76b5" providerId="LiveId" clId="{EDDD6B94-9ED8-438A-9867-FD53A284A507}" dt="2024-03-13T17:32:41.276" v="317" actId="931"/>
          <ac:spMkLst>
            <pc:docMk/>
            <pc:sldMk cId="455564623" sldId="283"/>
            <ac:spMk id="4" creationId="{F76217DD-1D9A-CB38-E8C4-E9035D5ABE4E}"/>
          </ac:spMkLst>
        </pc:spChg>
        <pc:spChg chg="add del mod">
          <ac:chgData name="Irfan Sheikh" userId="d6584adb700a76b5" providerId="LiveId" clId="{EDDD6B94-9ED8-438A-9867-FD53A284A507}" dt="2024-03-08T04:56:42.365" v="129" actId="931"/>
          <ac:spMkLst>
            <pc:docMk/>
            <pc:sldMk cId="455564623" sldId="283"/>
            <ac:spMk id="5" creationId="{13B613CA-14D3-D273-FDFD-772759F47B55}"/>
          </ac:spMkLst>
        </pc:spChg>
        <pc:spChg chg="del">
          <ac:chgData name="Irfan Sheikh" userId="d6584adb700a76b5" providerId="LiveId" clId="{EDDD6B94-9ED8-438A-9867-FD53A284A507}" dt="2024-03-07T17:28:34.152" v="40" actId="931"/>
          <ac:spMkLst>
            <pc:docMk/>
            <pc:sldMk cId="455564623" sldId="283"/>
            <ac:spMk id="5" creationId="{15C65A6B-09AA-66E6-8438-5B619F315FB8}"/>
          </ac:spMkLst>
        </pc:spChg>
        <pc:spChg chg="add del mod">
          <ac:chgData name="Irfan Sheikh" userId="d6584adb700a76b5" providerId="LiveId" clId="{EDDD6B94-9ED8-438A-9867-FD53A284A507}" dt="2024-03-13T17:32:47.015" v="318" actId="931"/>
          <ac:spMkLst>
            <pc:docMk/>
            <pc:sldMk cId="455564623" sldId="283"/>
            <ac:spMk id="6" creationId="{91F07002-9EE1-0D74-4B9F-A7981336C85F}"/>
          </ac:spMkLst>
        </pc:spChg>
        <pc:spChg chg="add del mod">
          <ac:chgData name="Irfan Sheikh" userId="d6584adb700a76b5" providerId="LiveId" clId="{EDDD6B94-9ED8-438A-9867-FD53A284A507}" dt="2024-03-08T04:56:47.193" v="130" actId="931"/>
          <ac:spMkLst>
            <pc:docMk/>
            <pc:sldMk cId="455564623" sldId="283"/>
            <ac:spMk id="8" creationId="{746F8AC5-B773-E1EF-29A3-14D5F92CDF27}"/>
          </ac:spMkLst>
        </pc:spChg>
        <pc:spChg chg="del">
          <ac:chgData name="Irfan Sheikh" userId="d6584adb700a76b5" providerId="LiveId" clId="{EDDD6B94-9ED8-438A-9867-FD53A284A507}" dt="2024-03-07T17:28:45.777" v="41" actId="931"/>
          <ac:spMkLst>
            <pc:docMk/>
            <pc:sldMk cId="455564623" sldId="283"/>
            <ac:spMk id="8" creationId="{A9741159-9142-C067-8BCB-49F9D7FFB1DE}"/>
          </ac:spMkLst>
        </pc:spChg>
        <pc:picChg chg="add del mod">
          <ac:chgData name="Irfan Sheikh" userId="d6584adb700a76b5" providerId="LiveId" clId="{EDDD6B94-9ED8-438A-9867-FD53A284A507}" dt="2024-03-08T04:56:35.898" v="127" actId="478"/>
          <ac:picMkLst>
            <pc:docMk/>
            <pc:sldMk cId="455564623" sldId="283"/>
            <ac:picMk id="4" creationId="{E97F18AB-FBF1-8F9D-32E3-DFC64F3E291A}"/>
          </ac:picMkLst>
        </pc:picChg>
        <pc:picChg chg="add del mod">
          <ac:chgData name="Irfan Sheikh" userId="d6584adb700a76b5" providerId="LiveId" clId="{EDDD6B94-9ED8-438A-9867-FD53A284A507}" dt="2024-03-08T04:56:38.150" v="128" actId="478"/>
          <ac:picMkLst>
            <pc:docMk/>
            <pc:sldMk cId="455564623" sldId="283"/>
            <ac:picMk id="7" creationId="{CAF2EEAD-C869-437A-85E2-7A68E80B4F84}"/>
          </ac:picMkLst>
        </pc:picChg>
        <pc:picChg chg="add mod">
          <ac:chgData name="Irfan Sheikh" userId="d6584adb700a76b5" providerId="LiveId" clId="{EDDD6B94-9ED8-438A-9867-FD53A284A507}" dt="2024-03-13T17:32:41.276" v="317" actId="931"/>
          <ac:picMkLst>
            <pc:docMk/>
            <pc:sldMk cId="455564623" sldId="283"/>
            <ac:picMk id="8" creationId="{74FA5482-0829-41ED-D894-CD1CDC10DAE4}"/>
          </ac:picMkLst>
        </pc:picChg>
        <pc:picChg chg="add del mod">
          <ac:chgData name="Irfan Sheikh" userId="d6584adb700a76b5" providerId="LiveId" clId="{EDDD6B94-9ED8-438A-9867-FD53A284A507}" dt="2024-03-13T17:31:08.813" v="315" actId="478"/>
          <ac:picMkLst>
            <pc:docMk/>
            <pc:sldMk cId="455564623" sldId="283"/>
            <ac:picMk id="10" creationId="{3002DF8C-D05A-5EEC-3D49-75CBBCD66125}"/>
          </ac:picMkLst>
        </pc:picChg>
        <pc:picChg chg="add mod">
          <ac:chgData name="Irfan Sheikh" userId="d6584adb700a76b5" providerId="LiveId" clId="{EDDD6B94-9ED8-438A-9867-FD53A284A507}" dt="2024-03-13T17:32:47.015" v="318" actId="931"/>
          <ac:picMkLst>
            <pc:docMk/>
            <pc:sldMk cId="455564623" sldId="283"/>
            <ac:picMk id="11" creationId="{B08A1025-7845-A757-8599-DB8884444DF5}"/>
          </ac:picMkLst>
        </pc:picChg>
        <pc:picChg chg="add del mod">
          <ac:chgData name="Irfan Sheikh" userId="d6584adb700a76b5" providerId="LiveId" clId="{EDDD6B94-9ED8-438A-9867-FD53A284A507}" dt="2024-03-13T17:31:10.540" v="316" actId="478"/>
          <ac:picMkLst>
            <pc:docMk/>
            <pc:sldMk cId="455564623" sldId="283"/>
            <ac:picMk id="12" creationId="{9FF9A1C7-8E29-7E22-3E54-52642E202F2C}"/>
          </ac:picMkLst>
        </pc:picChg>
      </pc:sldChg>
      <pc:sldChg chg="addSp delSp modSp mod">
        <pc:chgData name="Irfan Sheikh" userId="d6584adb700a76b5" providerId="LiveId" clId="{EDDD6B94-9ED8-438A-9867-FD53A284A507}" dt="2024-03-13T17:33:26.487" v="324" actId="931"/>
        <pc:sldMkLst>
          <pc:docMk/>
          <pc:sldMk cId="2451383250" sldId="284"/>
        </pc:sldMkLst>
        <pc:spChg chg="add del mod">
          <ac:chgData name="Irfan Sheikh" userId="d6584adb700a76b5" providerId="LiveId" clId="{EDDD6B94-9ED8-438A-9867-FD53A284A507}" dt="2024-03-13T17:33:15.818" v="323" actId="931"/>
          <ac:spMkLst>
            <pc:docMk/>
            <pc:sldMk cId="2451383250" sldId="284"/>
            <ac:spMk id="4" creationId="{A09CA9CE-5E6A-6950-7FB8-E57F2BF1BCFA}"/>
          </ac:spMkLst>
        </pc:spChg>
        <pc:spChg chg="add del mod">
          <ac:chgData name="Irfan Sheikh" userId="d6584adb700a76b5" providerId="LiveId" clId="{EDDD6B94-9ED8-438A-9867-FD53A284A507}" dt="2024-03-08T04:57:04.359" v="133" actId="931"/>
          <ac:spMkLst>
            <pc:docMk/>
            <pc:sldMk cId="2451383250" sldId="284"/>
            <ac:spMk id="5" creationId="{57DA1DA4-4877-F4E2-4F02-0AD2D443FDEA}"/>
          </ac:spMkLst>
        </pc:spChg>
        <pc:spChg chg="del">
          <ac:chgData name="Irfan Sheikh" userId="d6584adb700a76b5" providerId="LiveId" clId="{EDDD6B94-9ED8-438A-9867-FD53A284A507}" dt="2024-03-07T17:29:08.587" v="42" actId="931"/>
          <ac:spMkLst>
            <pc:docMk/>
            <pc:sldMk cId="2451383250" sldId="284"/>
            <ac:spMk id="5" creationId="{D8B7F987-1C72-6DF8-F688-1B7AC1E881AE}"/>
          </ac:spMkLst>
        </pc:spChg>
        <pc:spChg chg="add del mod">
          <ac:chgData name="Irfan Sheikh" userId="d6584adb700a76b5" providerId="LiveId" clId="{EDDD6B94-9ED8-438A-9867-FD53A284A507}" dt="2024-03-13T17:33:26.487" v="324" actId="931"/>
          <ac:spMkLst>
            <pc:docMk/>
            <pc:sldMk cId="2451383250" sldId="284"/>
            <ac:spMk id="6" creationId="{9D233532-EAE9-7906-61EB-0D5767DB7909}"/>
          </ac:spMkLst>
        </pc:spChg>
        <pc:spChg chg="add del mod">
          <ac:chgData name="Irfan Sheikh" userId="d6584adb700a76b5" providerId="LiveId" clId="{EDDD6B94-9ED8-438A-9867-FD53A284A507}" dt="2024-03-08T04:57:06.932" v="134" actId="931"/>
          <ac:spMkLst>
            <pc:docMk/>
            <pc:sldMk cId="2451383250" sldId="284"/>
            <ac:spMk id="8" creationId="{21D34025-0438-690A-9E44-E21F90A89209}"/>
          </ac:spMkLst>
        </pc:spChg>
        <pc:spChg chg="del">
          <ac:chgData name="Irfan Sheikh" userId="d6584adb700a76b5" providerId="LiveId" clId="{EDDD6B94-9ED8-438A-9867-FD53A284A507}" dt="2024-03-07T17:29:30.804" v="43" actId="931"/>
          <ac:spMkLst>
            <pc:docMk/>
            <pc:sldMk cId="2451383250" sldId="284"/>
            <ac:spMk id="8" creationId="{B5394977-6930-AEF6-5A85-705A8B4966C9}"/>
          </ac:spMkLst>
        </pc:spChg>
        <pc:picChg chg="add del mod">
          <ac:chgData name="Irfan Sheikh" userId="d6584adb700a76b5" providerId="LiveId" clId="{EDDD6B94-9ED8-438A-9867-FD53A284A507}" dt="2024-03-08T04:56:52.136" v="131" actId="478"/>
          <ac:picMkLst>
            <pc:docMk/>
            <pc:sldMk cId="2451383250" sldId="284"/>
            <ac:picMk id="4" creationId="{BF4E14F6-2BE7-3BFF-B134-4EEA65649C2C}"/>
          </ac:picMkLst>
        </pc:picChg>
        <pc:picChg chg="add del mod">
          <ac:chgData name="Irfan Sheikh" userId="d6584adb700a76b5" providerId="LiveId" clId="{EDDD6B94-9ED8-438A-9867-FD53A284A507}" dt="2024-03-08T04:56:54.217" v="132" actId="478"/>
          <ac:picMkLst>
            <pc:docMk/>
            <pc:sldMk cId="2451383250" sldId="284"/>
            <ac:picMk id="7" creationId="{8ED5F093-5EAE-D4CD-417C-EAF6043C5E1A}"/>
          </ac:picMkLst>
        </pc:picChg>
        <pc:picChg chg="add mod">
          <ac:chgData name="Irfan Sheikh" userId="d6584adb700a76b5" providerId="LiveId" clId="{EDDD6B94-9ED8-438A-9867-FD53A284A507}" dt="2024-03-13T17:33:15.818" v="323" actId="931"/>
          <ac:picMkLst>
            <pc:docMk/>
            <pc:sldMk cId="2451383250" sldId="284"/>
            <ac:picMk id="8" creationId="{274075A3-DB54-FCD3-DACA-6FE80298FA47}"/>
          </ac:picMkLst>
        </pc:picChg>
        <pc:picChg chg="add del mod">
          <ac:chgData name="Irfan Sheikh" userId="d6584adb700a76b5" providerId="LiveId" clId="{EDDD6B94-9ED8-438A-9867-FD53A284A507}" dt="2024-03-13T17:32:54.225" v="319" actId="478"/>
          <ac:picMkLst>
            <pc:docMk/>
            <pc:sldMk cId="2451383250" sldId="284"/>
            <ac:picMk id="10" creationId="{57DD2F78-8660-7A59-2BEC-C112E81F7330}"/>
          </ac:picMkLst>
        </pc:picChg>
        <pc:picChg chg="add mod">
          <ac:chgData name="Irfan Sheikh" userId="d6584adb700a76b5" providerId="LiveId" clId="{EDDD6B94-9ED8-438A-9867-FD53A284A507}" dt="2024-03-13T17:33:26.487" v="324" actId="931"/>
          <ac:picMkLst>
            <pc:docMk/>
            <pc:sldMk cId="2451383250" sldId="284"/>
            <ac:picMk id="11" creationId="{C5F21C7D-5B43-407C-25DB-5B81A4F31626}"/>
          </ac:picMkLst>
        </pc:picChg>
        <pc:picChg chg="add del mod">
          <ac:chgData name="Irfan Sheikh" userId="d6584adb700a76b5" providerId="LiveId" clId="{EDDD6B94-9ED8-438A-9867-FD53A284A507}" dt="2024-03-13T17:32:56.149" v="320" actId="478"/>
          <ac:picMkLst>
            <pc:docMk/>
            <pc:sldMk cId="2451383250" sldId="284"/>
            <ac:picMk id="12" creationId="{A7087ADD-99BA-2B79-F771-9F50E9FB9310}"/>
          </ac:picMkLst>
        </pc:picChg>
      </pc:sldChg>
      <pc:sldChg chg="addSp delSp modSp mod">
        <pc:chgData name="Irfan Sheikh" userId="d6584adb700a76b5" providerId="LiveId" clId="{EDDD6B94-9ED8-438A-9867-FD53A284A507}" dt="2024-03-13T17:33:49.617" v="326" actId="931"/>
        <pc:sldMkLst>
          <pc:docMk/>
          <pc:sldMk cId="1447928717" sldId="285"/>
        </pc:sldMkLst>
        <pc:spChg chg="add del mod">
          <ac:chgData name="Irfan Sheikh" userId="d6584adb700a76b5" providerId="LiveId" clId="{EDDD6B94-9ED8-438A-9867-FD53A284A507}" dt="2024-03-13T17:33:40.977" v="325" actId="931"/>
          <ac:spMkLst>
            <pc:docMk/>
            <pc:sldMk cId="1447928717" sldId="285"/>
            <ac:spMk id="4" creationId="{3960289C-0C12-44D2-1CC4-2A7C4AE80D40}"/>
          </ac:spMkLst>
        </pc:spChg>
        <pc:spChg chg="add del mod">
          <ac:chgData name="Irfan Sheikh" userId="d6584adb700a76b5" providerId="LiveId" clId="{EDDD6B94-9ED8-438A-9867-FD53A284A507}" dt="2024-03-08T04:57:16.725" v="137" actId="931"/>
          <ac:spMkLst>
            <pc:docMk/>
            <pc:sldMk cId="1447928717" sldId="285"/>
            <ac:spMk id="5" creationId="{37449B74-57AA-12CD-51F3-841A4B485D9F}"/>
          </ac:spMkLst>
        </pc:spChg>
        <pc:spChg chg="del">
          <ac:chgData name="Irfan Sheikh" userId="d6584adb700a76b5" providerId="LiveId" clId="{EDDD6B94-9ED8-438A-9867-FD53A284A507}" dt="2024-03-07T17:30:02.689" v="44" actId="931"/>
          <ac:spMkLst>
            <pc:docMk/>
            <pc:sldMk cId="1447928717" sldId="285"/>
            <ac:spMk id="5" creationId="{44D1399B-6634-D31C-0790-48B231B02409}"/>
          </ac:spMkLst>
        </pc:spChg>
        <pc:spChg chg="add del mod">
          <ac:chgData name="Irfan Sheikh" userId="d6584adb700a76b5" providerId="LiveId" clId="{EDDD6B94-9ED8-438A-9867-FD53A284A507}" dt="2024-03-13T17:33:49.617" v="326" actId="931"/>
          <ac:spMkLst>
            <pc:docMk/>
            <pc:sldMk cId="1447928717" sldId="285"/>
            <ac:spMk id="6" creationId="{8EC3F51C-287C-597B-6797-CE80FF5845B5}"/>
          </ac:spMkLst>
        </pc:spChg>
        <pc:spChg chg="del">
          <ac:chgData name="Irfan Sheikh" userId="d6584adb700a76b5" providerId="LiveId" clId="{EDDD6B94-9ED8-438A-9867-FD53A284A507}" dt="2024-03-07T17:30:10.354" v="45" actId="931"/>
          <ac:spMkLst>
            <pc:docMk/>
            <pc:sldMk cId="1447928717" sldId="285"/>
            <ac:spMk id="8" creationId="{24929BF6-7FAC-5003-F493-62962BA9D2FF}"/>
          </ac:spMkLst>
        </pc:spChg>
        <pc:spChg chg="add del mod">
          <ac:chgData name="Irfan Sheikh" userId="d6584adb700a76b5" providerId="LiveId" clId="{EDDD6B94-9ED8-438A-9867-FD53A284A507}" dt="2024-03-08T04:57:21.374" v="138" actId="931"/>
          <ac:spMkLst>
            <pc:docMk/>
            <pc:sldMk cId="1447928717" sldId="285"/>
            <ac:spMk id="8" creationId="{40A0BCB1-10B4-B369-C102-67FFA37C1E3D}"/>
          </ac:spMkLst>
        </pc:spChg>
        <pc:picChg chg="add del mod">
          <ac:chgData name="Irfan Sheikh" userId="d6584adb700a76b5" providerId="LiveId" clId="{EDDD6B94-9ED8-438A-9867-FD53A284A507}" dt="2024-03-08T04:57:11.322" v="135" actId="478"/>
          <ac:picMkLst>
            <pc:docMk/>
            <pc:sldMk cId="1447928717" sldId="285"/>
            <ac:picMk id="4" creationId="{9D610602-1F25-9D4E-2571-92033261BF9A}"/>
          </ac:picMkLst>
        </pc:picChg>
        <pc:picChg chg="add del mod">
          <ac:chgData name="Irfan Sheikh" userId="d6584adb700a76b5" providerId="LiveId" clId="{EDDD6B94-9ED8-438A-9867-FD53A284A507}" dt="2024-03-08T04:57:13.735" v="136" actId="478"/>
          <ac:picMkLst>
            <pc:docMk/>
            <pc:sldMk cId="1447928717" sldId="285"/>
            <ac:picMk id="7" creationId="{7487458F-98AC-786C-B2B6-2A4C85D40BDA}"/>
          </ac:picMkLst>
        </pc:picChg>
        <pc:picChg chg="add mod">
          <ac:chgData name="Irfan Sheikh" userId="d6584adb700a76b5" providerId="LiveId" clId="{EDDD6B94-9ED8-438A-9867-FD53A284A507}" dt="2024-03-13T17:33:40.977" v="325" actId="931"/>
          <ac:picMkLst>
            <pc:docMk/>
            <pc:sldMk cId="1447928717" sldId="285"/>
            <ac:picMk id="8" creationId="{873B5D6D-A8F6-C7BE-2301-DF8516EC6555}"/>
          </ac:picMkLst>
        </pc:picChg>
        <pc:picChg chg="add del mod">
          <ac:chgData name="Irfan Sheikh" userId="d6584adb700a76b5" providerId="LiveId" clId="{EDDD6B94-9ED8-438A-9867-FD53A284A507}" dt="2024-03-13T17:33:01.211" v="321" actId="478"/>
          <ac:picMkLst>
            <pc:docMk/>
            <pc:sldMk cId="1447928717" sldId="285"/>
            <ac:picMk id="10" creationId="{68BD0C56-8053-BEA6-D64C-BB4EA584530D}"/>
          </ac:picMkLst>
        </pc:picChg>
        <pc:picChg chg="add mod">
          <ac:chgData name="Irfan Sheikh" userId="d6584adb700a76b5" providerId="LiveId" clId="{EDDD6B94-9ED8-438A-9867-FD53A284A507}" dt="2024-03-13T17:33:49.617" v="326" actId="931"/>
          <ac:picMkLst>
            <pc:docMk/>
            <pc:sldMk cId="1447928717" sldId="285"/>
            <ac:picMk id="11" creationId="{97DF5B2E-45D9-336E-2880-81AFCCDDD7C0}"/>
          </ac:picMkLst>
        </pc:picChg>
        <pc:picChg chg="add del mod">
          <ac:chgData name="Irfan Sheikh" userId="d6584adb700a76b5" providerId="LiveId" clId="{EDDD6B94-9ED8-438A-9867-FD53A284A507}" dt="2024-03-13T17:33:03.117" v="322" actId="478"/>
          <ac:picMkLst>
            <pc:docMk/>
            <pc:sldMk cId="1447928717" sldId="285"/>
            <ac:picMk id="12" creationId="{965277C1-66DA-CABB-610E-DEC1AEEEC209}"/>
          </ac:picMkLst>
        </pc:picChg>
      </pc:sldChg>
      <pc:sldChg chg="addSp delSp modSp mod">
        <pc:chgData name="Irfan Sheikh" userId="d6584adb700a76b5" providerId="LiveId" clId="{EDDD6B94-9ED8-438A-9867-FD53A284A507}" dt="2024-03-13T17:34:23.700" v="330" actId="931"/>
        <pc:sldMkLst>
          <pc:docMk/>
          <pc:sldMk cId="1622201318" sldId="286"/>
        </pc:sldMkLst>
        <pc:spChg chg="add del mod">
          <ac:chgData name="Irfan Sheikh" userId="d6584adb700a76b5" providerId="LiveId" clId="{EDDD6B94-9ED8-438A-9867-FD53A284A507}" dt="2024-03-13T17:34:14.497" v="329" actId="931"/>
          <ac:spMkLst>
            <pc:docMk/>
            <pc:sldMk cId="1622201318" sldId="286"/>
            <ac:spMk id="4" creationId="{EEFCF3CB-3441-8D1C-9E15-F9CE76F78B13}"/>
          </ac:spMkLst>
        </pc:spChg>
        <pc:spChg chg="del">
          <ac:chgData name="Irfan Sheikh" userId="d6584adb700a76b5" providerId="LiveId" clId="{EDDD6B94-9ED8-438A-9867-FD53A284A507}" dt="2024-03-07T17:30:26.621" v="46" actId="931"/>
          <ac:spMkLst>
            <pc:docMk/>
            <pc:sldMk cId="1622201318" sldId="286"/>
            <ac:spMk id="5" creationId="{01AF3EAF-2F18-8FDF-62FD-3C34CF93A590}"/>
          </ac:spMkLst>
        </pc:spChg>
        <pc:spChg chg="add del mod">
          <ac:chgData name="Irfan Sheikh" userId="d6584adb700a76b5" providerId="LiveId" clId="{EDDD6B94-9ED8-438A-9867-FD53A284A507}" dt="2024-03-08T04:57:37.529" v="141" actId="931"/>
          <ac:spMkLst>
            <pc:docMk/>
            <pc:sldMk cId="1622201318" sldId="286"/>
            <ac:spMk id="5" creationId="{ADB96A6C-48C0-3217-83FF-A67D5FF8A774}"/>
          </ac:spMkLst>
        </pc:spChg>
        <pc:spChg chg="add del mod">
          <ac:chgData name="Irfan Sheikh" userId="d6584adb700a76b5" providerId="LiveId" clId="{EDDD6B94-9ED8-438A-9867-FD53A284A507}" dt="2024-03-13T17:34:23.700" v="330" actId="931"/>
          <ac:spMkLst>
            <pc:docMk/>
            <pc:sldMk cId="1622201318" sldId="286"/>
            <ac:spMk id="6" creationId="{60120D81-31B6-5C0C-BBCE-CC177F62BC18}"/>
          </ac:spMkLst>
        </pc:spChg>
        <pc:spChg chg="del">
          <ac:chgData name="Irfan Sheikh" userId="d6584adb700a76b5" providerId="LiveId" clId="{EDDD6B94-9ED8-438A-9867-FD53A284A507}" dt="2024-03-07T17:30:43.578" v="47" actId="931"/>
          <ac:spMkLst>
            <pc:docMk/>
            <pc:sldMk cId="1622201318" sldId="286"/>
            <ac:spMk id="8" creationId="{39684699-DB8F-2198-7718-C4BA25C7D6C4}"/>
          </ac:spMkLst>
        </pc:spChg>
        <pc:spChg chg="add del mod">
          <ac:chgData name="Irfan Sheikh" userId="d6584adb700a76b5" providerId="LiveId" clId="{EDDD6B94-9ED8-438A-9867-FD53A284A507}" dt="2024-03-08T04:57:40.225" v="142" actId="931"/>
          <ac:spMkLst>
            <pc:docMk/>
            <pc:sldMk cId="1622201318" sldId="286"/>
            <ac:spMk id="8" creationId="{CCB99329-F9E7-D62D-211B-8A6310CC5AEE}"/>
          </ac:spMkLst>
        </pc:spChg>
        <pc:picChg chg="add del mod">
          <ac:chgData name="Irfan Sheikh" userId="d6584adb700a76b5" providerId="LiveId" clId="{EDDD6B94-9ED8-438A-9867-FD53A284A507}" dt="2024-03-08T04:57:25.283" v="139" actId="478"/>
          <ac:picMkLst>
            <pc:docMk/>
            <pc:sldMk cId="1622201318" sldId="286"/>
            <ac:picMk id="4" creationId="{B51BAF55-6C38-BD4B-8B66-F11EC333819C}"/>
          </ac:picMkLst>
        </pc:picChg>
        <pc:picChg chg="add del mod">
          <ac:chgData name="Irfan Sheikh" userId="d6584adb700a76b5" providerId="LiveId" clId="{EDDD6B94-9ED8-438A-9867-FD53A284A507}" dt="2024-03-08T04:57:27.553" v="140" actId="478"/>
          <ac:picMkLst>
            <pc:docMk/>
            <pc:sldMk cId="1622201318" sldId="286"/>
            <ac:picMk id="7" creationId="{2F3105D8-2947-40C2-3C5D-C08346C690A5}"/>
          </ac:picMkLst>
        </pc:picChg>
        <pc:picChg chg="add mod">
          <ac:chgData name="Irfan Sheikh" userId="d6584adb700a76b5" providerId="LiveId" clId="{EDDD6B94-9ED8-438A-9867-FD53A284A507}" dt="2024-03-13T17:34:14.497" v="329" actId="931"/>
          <ac:picMkLst>
            <pc:docMk/>
            <pc:sldMk cId="1622201318" sldId="286"/>
            <ac:picMk id="8" creationId="{765D2FC6-FA58-6FE4-EF5D-0354FFB290B2}"/>
          </ac:picMkLst>
        </pc:picChg>
        <pc:picChg chg="add del mod">
          <ac:chgData name="Irfan Sheikh" userId="d6584adb700a76b5" providerId="LiveId" clId="{EDDD6B94-9ED8-438A-9867-FD53A284A507}" dt="2024-03-13T17:33:56.010" v="327" actId="478"/>
          <ac:picMkLst>
            <pc:docMk/>
            <pc:sldMk cId="1622201318" sldId="286"/>
            <ac:picMk id="10" creationId="{9978761A-DE1C-48E6-FDDE-45F5C4514491}"/>
          </ac:picMkLst>
        </pc:picChg>
        <pc:picChg chg="add mod">
          <ac:chgData name="Irfan Sheikh" userId="d6584adb700a76b5" providerId="LiveId" clId="{EDDD6B94-9ED8-438A-9867-FD53A284A507}" dt="2024-03-13T17:34:23.700" v="330" actId="931"/>
          <ac:picMkLst>
            <pc:docMk/>
            <pc:sldMk cId="1622201318" sldId="286"/>
            <ac:picMk id="11" creationId="{CD20A976-7A96-AC57-6590-AE25306E3455}"/>
          </ac:picMkLst>
        </pc:picChg>
        <pc:picChg chg="add del mod">
          <ac:chgData name="Irfan Sheikh" userId="d6584adb700a76b5" providerId="LiveId" clId="{EDDD6B94-9ED8-438A-9867-FD53A284A507}" dt="2024-03-13T17:33:57.894" v="328" actId="478"/>
          <ac:picMkLst>
            <pc:docMk/>
            <pc:sldMk cId="1622201318" sldId="286"/>
            <ac:picMk id="12" creationId="{3D33061C-8C07-865C-ADA3-05B15D85D9D6}"/>
          </ac:picMkLst>
        </pc:picChg>
      </pc:sldChg>
      <pc:sldChg chg="addSp delSp modSp mod">
        <pc:chgData name="Irfan Sheikh" userId="d6584adb700a76b5" providerId="LiveId" clId="{EDDD6B94-9ED8-438A-9867-FD53A284A507}" dt="2024-03-13T17:34:29.955" v="332" actId="478"/>
        <pc:sldMkLst>
          <pc:docMk/>
          <pc:sldMk cId="867948938" sldId="287"/>
        </pc:sldMkLst>
        <pc:spChg chg="add del mod">
          <ac:chgData name="Irfan Sheikh" userId="d6584adb700a76b5" providerId="LiveId" clId="{EDDD6B94-9ED8-438A-9867-FD53A284A507}" dt="2024-03-08T04:57:50.276" v="145" actId="931"/>
          <ac:spMkLst>
            <pc:docMk/>
            <pc:sldMk cId="867948938" sldId="287"/>
            <ac:spMk id="4" creationId="{5F7B0AD6-63A9-52DF-D908-6EA09676F042}"/>
          </ac:spMkLst>
        </pc:spChg>
        <pc:spChg chg="add mod">
          <ac:chgData name="Irfan Sheikh" userId="d6584adb700a76b5" providerId="LiveId" clId="{EDDD6B94-9ED8-438A-9867-FD53A284A507}" dt="2024-03-13T17:34:28.246" v="331" actId="478"/>
          <ac:spMkLst>
            <pc:docMk/>
            <pc:sldMk cId="867948938" sldId="287"/>
            <ac:spMk id="4" creationId="{6CDDEEAC-901F-FE9C-BB22-CB08712C91CD}"/>
          </ac:spMkLst>
        </pc:spChg>
        <pc:spChg chg="del">
          <ac:chgData name="Irfan Sheikh" userId="d6584adb700a76b5" providerId="LiveId" clId="{EDDD6B94-9ED8-438A-9867-FD53A284A507}" dt="2024-03-07T17:31:04.136" v="48" actId="931"/>
          <ac:spMkLst>
            <pc:docMk/>
            <pc:sldMk cId="867948938" sldId="287"/>
            <ac:spMk id="5" creationId="{4F18ED10-7B95-E536-4B73-475F859A4FF8}"/>
          </ac:spMkLst>
        </pc:spChg>
        <pc:spChg chg="add del mod">
          <ac:chgData name="Irfan Sheikh" userId="d6584adb700a76b5" providerId="LiveId" clId="{EDDD6B94-9ED8-438A-9867-FD53A284A507}" dt="2024-03-08T04:57:52.750" v="146" actId="931"/>
          <ac:spMkLst>
            <pc:docMk/>
            <pc:sldMk cId="867948938" sldId="287"/>
            <ac:spMk id="6" creationId="{2E8BA76E-7769-4564-D8AE-AD6827C9CFE9}"/>
          </ac:spMkLst>
        </pc:spChg>
        <pc:spChg chg="add mod">
          <ac:chgData name="Irfan Sheikh" userId="d6584adb700a76b5" providerId="LiveId" clId="{EDDD6B94-9ED8-438A-9867-FD53A284A507}" dt="2024-03-13T17:34:29.955" v="332" actId="478"/>
          <ac:spMkLst>
            <pc:docMk/>
            <pc:sldMk cId="867948938" sldId="287"/>
            <ac:spMk id="6" creationId="{D685C75D-D1DE-CB36-A958-82EAED24D22E}"/>
          </ac:spMkLst>
        </pc:spChg>
        <pc:spChg chg="add del mod">
          <ac:chgData name="Irfan Sheikh" userId="d6584adb700a76b5" providerId="LiveId" clId="{EDDD6B94-9ED8-438A-9867-FD53A284A507}" dt="2024-03-07T17:32:32.305" v="51" actId="931"/>
          <ac:spMkLst>
            <pc:docMk/>
            <pc:sldMk cId="867948938" sldId="287"/>
            <ac:spMk id="7" creationId="{B8A8CCB3-F93D-9013-9849-B8DAA857F514}"/>
          </ac:spMkLst>
        </pc:spChg>
        <pc:spChg chg="del">
          <ac:chgData name="Irfan Sheikh" userId="d6584adb700a76b5" providerId="LiveId" clId="{EDDD6B94-9ED8-438A-9867-FD53A284A507}" dt="2024-03-07T17:32:41.888" v="52" actId="931"/>
          <ac:spMkLst>
            <pc:docMk/>
            <pc:sldMk cId="867948938" sldId="287"/>
            <ac:spMk id="8" creationId="{86FD8093-21C4-EDBC-616B-314E7D6AC02E}"/>
          </ac:spMkLst>
        </pc:spChg>
        <pc:picChg chg="add del mod">
          <ac:chgData name="Irfan Sheikh" userId="d6584adb700a76b5" providerId="LiveId" clId="{EDDD6B94-9ED8-438A-9867-FD53A284A507}" dt="2024-03-07T17:31:09.603" v="50" actId="478"/>
          <ac:picMkLst>
            <pc:docMk/>
            <pc:sldMk cId="867948938" sldId="287"/>
            <ac:picMk id="4" creationId="{7A6FBE03-5D8C-3B6D-48AD-3C23BAA5FAC1}"/>
          </ac:picMkLst>
        </pc:picChg>
        <pc:picChg chg="add del mod">
          <ac:chgData name="Irfan Sheikh" userId="d6584adb700a76b5" providerId="LiveId" clId="{EDDD6B94-9ED8-438A-9867-FD53A284A507}" dt="2024-03-13T17:34:28.246" v="331" actId="478"/>
          <ac:picMkLst>
            <pc:docMk/>
            <pc:sldMk cId="867948938" sldId="287"/>
            <ac:picMk id="8" creationId="{B1C7E8C9-B26C-2BDC-FDBB-DA8E40359381}"/>
          </ac:picMkLst>
        </pc:picChg>
        <pc:picChg chg="add del mod">
          <ac:chgData name="Irfan Sheikh" userId="d6584adb700a76b5" providerId="LiveId" clId="{EDDD6B94-9ED8-438A-9867-FD53A284A507}" dt="2024-03-08T04:57:44.055" v="143" actId="478"/>
          <ac:picMkLst>
            <pc:docMk/>
            <pc:sldMk cId="867948938" sldId="287"/>
            <ac:picMk id="10" creationId="{085C20B0-CBE9-7818-F6BE-388B2EBDE967}"/>
          </ac:picMkLst>
        </pc:picChg>
        <pc:picChg chg="add del mod">
          <ac:chgData name="Irfan Sheikh" userId="d6584adb700a76b5" providerId="LiveId" clId="{EDDD6B94-9ED8-438A-9867-FD53A284A507}" dt="2024-03-13T17:34:29.955" v="332" actId="478"/>
          <ac:picMkLst>
            <pc:docMk/>
            <pc:sldMk cId="867948938" sldId="287"/>
            <ac:picMk id="11" creationId="{DD6906A6-28FA-E6A4-35BE-0105F1BAA7E2}"/>
          </ac:picMkLst>
        </pc:picChg>
        <pc:picChg chg="add del mod">
          <ac:chgData name="Irfan Sheikh" userId="d6584adb700a76b5" providerId="LiveId" clId="{EDDD6B94-9ED8-438A-9867-FD53A284A507}" dt="2024-03-08T04:57:46.031" v="144" actId="478"/>
          <ac:picMkLst>
            <pc:docMk/>
            <pc:sldMk cId="867948938" sldId="287"/>
            <ac:picMk id="12" creationId="{5D2E2906-D32D-09B0-730C-157715DCF9CE}"/>
          </ac:picMkLst>
        </pc:picChg>
      </pc:sldChg>
      <pc:sldChg chg="addSp delSp modSp del mod">
        <pc:chgData name="Irfan Sheikh" userId="d6584adb700a76b5" providerId="LiveId" clId="{EDDD6B94-9ED8-438A-9867-FD53A284A507}" dt="2024-03-13T17:34:33.754" v="333" actId="47"/>
        <pc:sldMkLst>
          <pc:docMk/>
          <pc:sldMk cId="3384706581" sldId="288"/>
        </pc:sldMkLst>
        <pc:spChg chg="add del mod">
          <ac:chgData name="Irfan Sheikh" userId="d6584adb700a76b5" providerId="LiveId" clId="{EDDD6B94-9ED8-438A-9867-FD53A284A507}" dt="2024-03-08T04:58:34.691" v="169" actId="931"/>
          <ac:spMkLst>
            <pc:docMk/>
            <pc:sldMk cId="3384706581" sldId="288"/>
            <ac:spMk id="5" creationId="{17FD1D0F-7B98-A1FE-F06A-C1D80AA572A4}"/>
          </ac:spMkLst>
        </pc:spChg>
        <pc:spChg chg="del">
          <ac:chgData name="Irfan Sheikh" userId="d6584adb700a76b5" providerId="LiveId" clId="{EDDD6B94-9ED8-438A-9867-FD53A284A507}" dt="2024-03-07T17:33:43.438" v="53" actId="931"/>
          <ac:spMkLst>
            <pc:docMk/>
            <pc:sldMk cId="3384706581" sldId="288"/>
            <ac:spMk id="5" creationId="{FD35F286-ABE5-39D9-9FEC-D3371DA8A853}"/>
          </ac:spMkLst>
        </pc:spChg>
        <pc:spChg chg="add del mod">
          <ac:chgData name="Irfan Sheikh" userId="d6584adb700a76b5" providerId="LiveId" clId="{EDDD6B94-9ED8-438A-9867-FD53A284A507}" dt="2024-03-08T04:58:36.990" v="170" actId="931"/>
          <ac:spMkLst>
            <pc:docMk/>
            <pc:sldMk cId="3384706581" sldId="288"/>
            <ac:spMk id="8" creationId="{5372357F-BE0D-983D-A13F-0D3DAB384A9C}"/>
          </ac:spMkLst>
        </pc:spChg>
        <pc:spChg chg="del">
          <ac:chgData name="Irfan Sheikh" userId="d6584adb700a76b5" providerId="LiveId" clId="{EDDD6B94-9ED8-438A-9867-FD53A284A507}" dt="2024-03-07T17:34:00.964" v="54" actId="931"/>
          <ac:spMkLst>
            <pc:docMk/>
            <pc:sldMk cId="3384706581" sldId="288"/>
            <ac:spMk id="8" creationId="{F63AB12E-9761-432C-113A-5B121E1C771D}"/>
          </ac:spMkLst>
        </pc:spChg>
        <pc:picChg chg="add del mod">
          <ac:chgData name="Irfan Sheikh" userId="d6584adb700a76b5" providerId="LiveId" clId="{EDDD6B94-9ED8-438A-9867-FD53A284A507}" dt="2024-03-08T04:57:59.526" v="147" actId="478"/>
          <ac:picMkLst>
            <pc:docMk/>
            <pc:sldMk cId="3384706581" sldId="288"/>
            <ac:picMk id="4" creationId="{93E45EC5-BF0C-6F7D-8294-D150EA1637BE}"/>
          </ac:picMkLst>
        </pc:picChg>
        <pc:picChg chg="add del mod">
          <ac:chgData name="Irfan Sheikh" userId="d6584adb700a76b5" providerId="LiveId" clId="{EDDD6B94-9ED8-438A-9867-FD53A284A507}" dt="2024-03-08T04:58:01.683" v="148" actId="478"/>
          <ac:picMkLst>
            <pc:docMk/>
            <pc:sldMk cId="3384706581" sldId="288"/>
            <ac:picMk id="7" creationId="{5D44AA83-2C5A-D22E-C77F-847AF9B48611}"/>
          </ac:picMkLst>
        </pc:picChg>
        <pc:picChg chg="add mod">
          <ac:chgData name="Irfan Sheikh" userId="d6584adb700a76b5" providerId="LiveId" clId="{EDDD6B94-9ED8-438A-9867-FD53A284A507}" dt="2024-03-08T04:58:34.691" v="169" actId="931"/>
          <ac:picMkLst>
            <pc:docMk/>
            <pc:sldMk cId="3384706581" sldId="288"/>
            <ac:picMk id="10" creationId="{94A5E93B-07FC-4A95-FEBD-949186361E03}"/>
          </ac:picMkLst>
        </pc:picChg>
        <pc:picChg chg="add mod">
          <ac:chgData name="Irfan Sheikh" userId="d6584adb700a76b5" providerId="LiveId" clId="{EDDD6B94-9ED8-438A-9867-FD53A284A507}" dt="2024-03-08T04:58:36.990" v="170" actId="931"/>
          <ac:picMkLst>
            <pc:docMk/>
            <pc:sldMk cId="3384706581" sldId="288"/>
            <ac:picMk id="12" creationId="{672B854D-600D-86E7-10A1-706B0979F31D}"/>
          </ac:picMkLst>
        </pc:picChg>
      </pc:sldChg>
      <pc:sldChg chg="addSp delSp modSp del mod">
        <pc:chgData name="Irfan Sheikh" userId="d6584adb700a76b5" providerId="LiveId" clId="{EDDD6B94-9ED8-438A-9867-FD53A284A507}" dt="2024-03-13T17:34:53.084" v="352" actId="47"/>
        <pc:sldMkLst>
          <pc:docMk/>
          <pc:sldMk cId="1654487546" sldId="289"/>
        </pc:sldMkLst>
        <pc:spChg chg="add del mod">
          <ac:chgData name="Irfan Sheikh" userId="d6584adb700a76b5" providerId="LiveId" clId="{EDDD6B94-9ED8-438A-9867-FD53A284A507}" dt="2024-03-08T05:05:21.176" v="229" actId="931"/>
          <ac:spMkLst>
            <pc:docMk/>
            <pc:sldMk cId="1654487546" sldId="289"/>
            <ac:spMk id="5" creationId="{466B39D9-FFDA-F681-3C5A-1F7F0F20FC43}"/>
          </ac:spMkLst>
        </pc:spChg>
        <pc:spChg chg="del">
          <ac:chgData name="Irfan Sheikh" userId="d6584adb700a76b5" providerId="LiveId" clId="{EDDD6B94-9ED8-438A-9867-FD53A284A507}" dt="2024-03-07T17:34:41.535" v="55" actId="931"/>
          <ac:spMkLst>
            <pc:docMk/>
            <pc:sldMk cId="1654487546" sldId="289"/>
            <ac:spMk id="5" creationId="{A30908F8-5A4B-BEF2-5087-750862379CA0}"/>
          </ac:spMkLst>
        </pc:spChg>
        <pc:spChg chg="add del mod">
          <ac:chgData name="Irfan Sheikh" userId="d6584adb700a76b5" providerId="LiveId" clId="{EDDD6B94-9ED8-438A-9867-FD53A284A507}" dt="2024-03-08T05:05:23.586" v="230" actId="931"/>
          <ac:spMkLst>
            <pc:docMk/>
            <pc:sldMk cId="1654487546" sldId="289"/>
            <ac:spMk id="8" creationId="{E17411B7-1657-0F83-E2CB-0736B7C6767A}"/>
          </ac:spMkLst>
        </pc:spChg>
        <pc:spChg chg="del">
          <ac:chgData name="Irfan Sheikh" userId="d6584adb700a76b5" providerId="LiveId" clId="{EDDD6B94-9ED8-438A-9867-FD53A284A507}" dt="2024-03-07T17:34:51.494" v="56" actId="931"/>
          <ac:spMkLst>
            <pc:docMk/>
            <pc:sldMk cId="1654487546" sldId="289"/>
            <ac:spMk id="8" creationId="{E7818043-A3CF-E0BC-12CF-71B490682EAE}"/>
          </ac:spMkLst>
        </pc:spChg>
        <pc:picChg chg="add del mod">
          <ac:chgData name="Irfan Sheikh" userId="d6584adb700a76b5" providerId="LiveId" clId="{EDDD6B94-9ED8-438A-9867-FD53A284A507}" dt="2024-03-08T04:58:05.944" v="149" actId="478"/>
          <ac:picMkLst>
            <pc:docMk/>
            <pc:sldMk cId="1654487546" sldId="289"/>
            <ac:picMk id="4" creationId="{B331610E-DFE3-73B4-6E08-F3ACC6751DA6}"/>
          </ac:picMkLst>
        </pc:picChg>
        <pc:picChg chg="add del mod">
          <ac:chgData name="Irfan Sheikh" userId="d6584adb700a76b5" providerId="LiveId" clId="{EDDD6B94-9ED8-438A-9867-FD53A284A507}" dt="2024-03-08T04:58:08.120" v="150" actId="478"/>
          <ac:picMkLst>
            <pc:docMk/>
            <pc:sldMk cId="1654487546" sldId="289"/>
            <ac:picMk id="7" creationId="{4719804E-0AD6-6EE6-A8DD-DA9E14231B7C}"/>
          </ac:picMkLst>
        </pc:picChg>
        <pc:picChg chg="add mod modCrop">
          <ac:chgData name="Irfan Sheikh" userId="d6584adb700a76b5" providerId="LiveId" clId="{EDDD6B94-9ED8-438A-9867-FD53A284A507}" dt="2024-03-08T05:05:33.725" v="232" actId="732"/>
          <ac:picMkLst>
            <pc:docMk/>
            <pc:sldMk cId="1654487546" sldId="289"/>
            <ac:picMk id="10" creationId="{B3234B2E-C700-B669-8DCE-FB7C94152B7C}"/>
          </ac:picMkLst>
        </pc:picChg>
        <pc:picChg chg="add mod modCrop">
          <ac:chgData name="Irfan Sheikh" userId="d6584adb700a76b5" providerId="LiveId" clId="{EDDD6B94-9ED8-438A-9867-FD53A284A507}" dt="2024-03-08T05:05:28.294" v="231" actId="732"/>
          <ac:picMkLst>
            <pc:docMk/>
            <pc:sldMk cId="1654487546" sldId="289"/>
            <ac:picMk id="12" creationId="{5E2C4E4C-ACC2-0C9D-49C5-33EBAC862A33}"/>
          </ac:picMkLst>
        </pc:picChg>
      </pc:sldChg>
      <pc:sldChg chg="del">
        <pc:chgData name="Irfan Sheikh" userId="d6584adb700a76b5" providerId="LiveId" clId="{EDDD6B94-9ED8-438A-9867-FD53A284A507}" dt="2024-03-07T17:34:56.445" v="57" actId="47"/>
        <pc:sldMkLst>
          <pc:docMk/>
          <pc:sldMk cId="3839176450" sldId="290"/>
        </pc:sldMkLst>
      </pc:sldChg>
      <pc:sldChg chg="addSp delSp modSp add del">
        <pc:chgData name="Irfan Sheikh" userId="d6584adb700a76b5" providerId="LiveId" clId="{EDDD6B94-9ED8-438A-9867-FD53A284A507}" dt="2024-03-13T17:34:35.566" v="334" actId="47"/>
        <pc:sldMkLst>
          <pc:docMk/>
          <pc:sldMk cId="4096861356" sldId="290"/>
        </pc:sldMkLst>
        <pc:spChg chg="del">
          <ac:chgData name="Irfan Sheikh" userId="d6584adb700a76b5" providerId="LiveId" clId="{EDDD6B94-9ED8-438A-9867-FD53A284A507}" dt="2024-03-08T04:58:43.734" v="171" actId="931"/>
          <ac:spMkLst>
            <pc:docMk/>
            <pc:sldMk cId="4096861356" sldId="290"/>
            <ac:spMk id="5" creationId="{24C817E9-35F7-5CBF-6929-90E677C000E3}"/>
          </ac:spMkLst>
        </pc:spChg>
        <pc:spChg chg="del">
          <ac:chgData name="Irfan Sheikh" userId="d6584adb700a76b5" providerId="LiveId" clId="{EDDD6B94-9ED8-438A-9867-FD53A284A507}" dt="2024-03-08T04:58:46.869" v="172" actId="931"/>
          <ac:spMkLst>
            <pc:docMk/>
            <pc:sldMk cId="4096861356" sldId="290"/>
            <ac:spMk id="8" creationId="{D5E51770-6C60-C5AE-E508-E55CA2FCB68E}"/>
          </ac:spMkLst>
        </pc:spChg>
        <pc:picChg chg="add mod">
          <ac:chgData name="Irfan Sheikh" userId="d6584adb700a76b5" providerId="LiveId" clId="{EDDD6B94-9ED8-438A-9867-FD53A284A507}" dt="2024-03-08T04:58:43.734" v="171" actId="931"/>
          <ac:picMkLst>
            <pc:docMk/>
            <pc:sldMk cId="4096861356" sldId="290"/>
            <ac:picMk id="4" creationId="{8E9DE2AD-7EA7-EB84-2C15-88774B84AE84}"/>
          </ac:picMkLst>
        </pc:picChg>
        <pc:picChg chg="add mod">
          <ac:chgData name="Irfan Sheikh" userId="d6584adb700a76b5" providerId="LiveId" clId="{EDDD6B94-9ED8-438A-9867-FD53A284A507}" dt="2024-03-08T04:58:46.869" v="172" actId="931"/>
          <ac:picMkLst>
            <pc:docMk/>
            <pc:sldMk cId="4096861356" sldId="290"/>
            <ac:picMk id="7" creationId="{A1E1C618-045E-8D22-2EDA-546F42BDFEB5}"/>
          </ac:picMkLst>
        </pc:picChg>
      </pc:sldChg>
      <pc:sldChg chg="addSp delSp modSp add del">
        <pc:chgData name="Irfan Sheikh" userId="d6584adb700a76b5" providerId="LiveId" clId="{EDDD6B94-9ED8-438A-9867-FD53A284A507}" dt="2024-03-13T17:34:37.298" v="335" actId="47"/>
        <pc:sldMkLst>
          <pc:docMk/>
          <pc:sldMk cId="1757699671" sldId="291"/>
        </pc:sldMkLst>
        <pc:spChg chg="del">
          <ac:chgData name="Irfan Sheikh" userId="d6584adb700a76b5" providerId="LiveId" clId="{EDDD6B94-9ED8-438A-9867-FD53A284A507}" dt="2024-03-08T04:58:59.882" v="173" actId="931"/>
          <ac:spMkLst>
            <pc:docMk/>
            <pc:sldMk cId="1757699671" sldId="291"/>
            <ac:spMk id="5" creationId="{83628516-D17C-272C-64CB-F9DF33635218}"/>
          </ac:spMkLst>
        </pc:spChg>
        <pc:spChg chg="del">
          <ac:chgData name="Irfan Sheikh" userId="d6584adb700a76b5" providerId="LiveId" clId="{EDDD6B94-9ED8-438A-9867-FD53A284A507}" dt="2024-03-08T04:59:02.398" v="174" actId="931"/>
          <ac:spMkLst>
            <pc:docMk/>
            <pc:sldMk cId="1757699671" sldId="291"/>
            <ac:spMk id="8" creationId="{9279F61C-0913-11E3-E157-59536E2F9583}"/>
          </ac:spMkLst>
        </pc:spChg>
        <pc:picChg chg="add mod">
          <ac:chgData name="Irfan Sheikh" userId="d6584adb700a76b5" providerId="LiveId" clId="{EDDD6B94-9ED8-438A-9867-FD53A284A507}" dt="2024-03-08T04:58:59.882" v="173" actId="931"/>
          <ac:picMkLst>
            <pc:docMk/>
            <pc:sldMk cId="1757699671" sldId="291"/>
            <ac:picMk id="4" creationId="{CEBB141D-E423-B455-1A15-5B4FB5ABA278}"/>
          </ac:picMkLst>
        </pc:picChg>
        <pc:picChg chg="add mod">
          <ac:chgData name="Irfan Sheikh" userId="d6584adb700a76b5" providerId="LiveId" clId="{EDDD6B94-9ED8-438A-9867-FD53A284A507}" dt="2024-03-08T04:59:02.398" v="174" actId="931"/>
          <ac:picMkLst>
            <pc:docMk/>
            <pc:sldMk cId="1757699671" sldId="291"/>
            <ac:picMk id="7" creationId="{99283BEC-41B5-DB33-C8C4-36B8F6C6DD68}"/>
          </ac:picMkLst>
        </pc:picChg>
      </pc:sldChg>
      <pc:sldChg chg="del">
        <pc:chgData name="Irfan Sheikh" userId="d6584adb700a76b5" providerId="LiveId" clId="{EDDD6B94-9ED8-438A-9867-FD53A284A507}" dt="2024-03-07T17:34:59.774" v="58" actId="47"/>
        <pc:sldMkLst>
          <pc:docMk/>
          <pc:sldMk cId="3765069178" sldId="291"/>
        </pc:sldMkLst>
      </pc:sldChg>
      <pc:sldChg chg="addSp delSp modSp add del">
        <pc:chgData name="Irfan Sheikh" userId="d6584adb700a76b5" providerId="LiveId" clId="{EDDD6B94-9ED8-438A-9867-FD53A284A507}" dt="2024-03-13T17:34:38.443" v="336" actId="47"/>
        <pc:sldMkLst>
          <pc:docMk/>
          <pc:sldMk cId="1100412277" sldId="292"/>
        </pc:sldMkLst>
        <pc:spChg chg="del">
          <ac:chgData name="Irfan Sheikh" userId="d6584adb700a76b5" providerId="LiveId" clId="{EDDD6B94-9ED8-438A-9867-FD53A284A507}" dt="2024-03-08T04:59:07.317" v="175" actId="931"/>
          <ac:spMkLst>
            <pc:docMk/>
            <pc:sldMk cId="1100412277" sldId="292"/>
            <ac:spMk id="5" creationId="{D9F00134-E73F-B906-EF8F-48C74B8D073B}"/>
          </ac:spMkLst>
        </pc:spChg>
        <pc:spChg chg="del">
          <ac:chgData name="Irfan Sheikh" userId="d6584adb700a76b5" providerId="LiveId" clId="{EDDD6B94-9ED8-438A-9867-FD53A284A507}" dt="2024-03-08T04:59:09.893" v="176" actId="931"/>
          <ac:spMkLst>
            <pc:docMk/>
            <pc:sldMk cId="1100412277" sldId="292"/>
            <ac:spMk id="8" creationId="{CB0EDF96-8771-A828-FEF3-F378F7FF17A0}"/>
          </ac:spMkLst>
        </pc:spChg>
        <pc:picChg chg="add mod">
          <ac:chgData name="Irfan Sheikh" userId="d6584adb700a76b5" providerId="LiveId" clId="{EDDD6B94-9ED8-438A-9867-FD53A284A507}" dt="2024-03-08T04:59:07.317" v="175" actId="931"/>
          <ac:picMkLst>
            <pc:docMk/>
            <pc:sldMk cId="1100412277" sldId="292"/>
            <ac:picMk id="4" creationId="{3CA18FB2-6E82-DCFA-BE0A-78D46AF7A5FC}"/>
          </ac:picMkLst>
        </pc:picChg>
        <pc:picChg chg="add mod">
          <ac:chgData name="Irfan Sheikh" userId="d6584adb700a76b5" providerId="LiveId" clId="{EDDD6B94-9ED8-438A-9867-FD53A284A507}" dt="2024-03-08T04:59:09.893" v="176" actId="931"/>
          <ac:picMkLst>
            <pc:docMk/>
            <pc:sldMk cId="1100412277" sldId="292"/>
            <ac:picMk id="7" creationId="{A9B7602D-1647-67E3-3A59-0D6E4EBD154C}"/>
          </ac:picMkLst>
        </pc:picChg>
      </pc:sldChg>
      <pc:sldChg chg="del">
        <pc:chgData name="Irfan Sheikh" userId="d6584adb700a76b5" providerId="LiveId" clId="{EDDD6B94-9ED8-438A-9867-FD53A284A507}" dt="2024-03-07T17:35:01.724" v="59" actId="47"/>
        <pc:sldMkLst>
          <pc:docMk/>
          <pc:sldMk cId="1728561528" sldId="292"/>
        </pc:sldMkLst>
      </pc:sldChg>
      <pc:sldChg chg="addSp delSp modSp add del">
        <pc:chgData name="Irfan Sheikh" userId="d6584adb700a76b5" providerId="LiveId" clId="{EDDD6B94-9ED8-438A-9867-FD53A284A507}" dt="2024-03-13T17:34:39.479" v="337" actId="47"/>
        <pc:sldMkLst>
          <pc:docMk/>
          <pc:sldMk cId="1559894909" sldId="293"/>
        </pc:sldMkLst>
        <pc:spChg chg="del">
          <ac:chgData name="Irfan Sheikh" userId="d6584adb700a76b5" providerId="LiveId" clId="{EDDD6B94-9ED8-438A-9867-FD53A284A507}" dt="2024-03-08T04:59:21.539" v="177" actId="931"/>
          <ac:spMkLst>
            <pc:docMk/>
            <pc:sldMk cId="1559894909" sldId="293"/>
            <ac:spMk id="5" creationId="{21EF3C69-9DDE-AEF7-4EE0-A18A72132325}"/>
          </ac:spMkLst>
        </pc:spChg>
        <pc:spChg chg="del">
          <ac:chgData name="Irfan Sheikh" userId="d6584adb700a76b5" providerId="LiveId" clId="{EDDD6B94-9ED8-438A-9867-FD53A284A507}" dt="2024-03-08T04:59:24.660" v="178" actId="931"/>
          <ac:spMkLst>
            <pc:docMk/>
            <pc:sldMk cId="1559894909" sldId="293"/>
            <ac:spMk id="8" creationId="{81151FF2-70C8-F690-78B8-D5D74C9B65CF}"/>
          </ac:spMkLst>
        </pc:spChg>
        <pc:picChg chg="add mod">
          <ac:chgData name="Irfan Sheikh" userId="d6584adb700a76b5" providerId="LiveId" clId="{EDDD6B94-9ED8-438A-9867-FD53A284A507}" dt="2024-03-08T04:59:21.539" v="177" actId="931"/>
          <ac:picMkLst>
            <pc:docMk/>
            <pc:sldMk cId="1559894909" sldId="293"/>
            <ac:picMk id="4" creationId="{0FD116CE-E929-B3F1-8539-608C9DC6BF14}"/>
          </ac:picMkLst>
        </pc:picChg>
        <pc:picChg chg="add mod">
          <ac:chgData name="Irfan Sheikh" userId="d6584adb700a76b5" providerId="LiveId" clId="{EDDD6B94-9ED8-438A-9867-FD53A284A507}" dt="2024-03-08T04:59:24.660" v="178" actId="931"/>
          <ac:picMkLst>
            <pc:docMk/>
            <pc:sldMk cId="1559894909" sldId="293"/>
            <ac:picMk id="7" creationId="{5FF46B44-02CF-01B2-0BCD-E350E0BA7283}"/>
          </ac:picMkLst>
        </pc:picChg>
      </pc:sldChg>
      <pc:sldChg chg="addSp delSp modSp add del">
        <pc:chgData name="Irfan Sheikh" userId="d6584adb700a76b5" providerId="LiveId" clId="{EDDD6B94-9ED8-438A-9867-FD53A284A507}" dt="2024-03-13T17:34:40.359" v="338" actId="47"/>
        <pc:sldMkLst>
          <pc:docMk/>
          <pc:sldMk cId="4072401861" sldId="294"/>
        </pc:sldMkLst>
        <pc:spChg chg="del">
          <ac:chgData name="Irfan Sheikh" userId="d6584adb700a76b5" providerId="LiveId" clId="{EDDD6B94-9ED8-438A-9867-FD53A284A507}" dt="2024-03-08T04:59:31.652" v="179" actId="931"/>
          <ac:spMkLst>
            <pc:docMk/>
            <pc:sldMk cId="4072401861" sldId="294"/>
            <ac:spMk id="5" creationId="{0A4812CE-5744-D385-BEA2-BEAD4F135D99}"/>
          </ac:spMkLst>
        </pc:spChg>
        <pc:spChg chg="del">
          <ac:chgData name="Irfan Sheikh" userId="d6584adb700a76b5" providerId="LiveId" clId="{EDDD6B94-9ED8-438A-9867-FD53A284A507}" dt="2024-03-08T04:59:35.237" v="180" actId="931"/>
          <ac:spMkLst>
            <pc:docMk/>
            <pc:sldMk cId="4072401861" sldId="294"/>
            <ac:spMk id="8" creationId="{8618B042-28BF-4E7B-41B8-81B906002AB3}"/>
          </ac:spMkLst>
        </pc:spChg>
        <pc:picChg chg="add mod">
          <ac:chgData name="Irfan Sheikh" userId="d6584adb700a76b5" providerId="LiveId" clId="{EDDD6B94-9ED8-438A-9867-FD53A284A507}" dt="2024-03-08T04:59:31.652" v="179" actId="931"/>
          <ac:picMkLst>
            <pc:docMk/>
            <pc:sldMk cId="4072401861" sldId="294"/>
            <ac:picMk id="4" creationId="{D1D13FE6-7113-8C4A-FE12-4F68DCEA2AA9}"/>
          </ac:picMkLst>
        </pc:picChg>
        <pc:picChg chg="add mod">
          <ac:chgData name="Irfan Sheikh" userId="d6584adb700a76b5" providerId="LiveId" clId="{EDDD6B94-9ED8-438A-9867-FD53A284A507}" dt="2024-03-08T04:59:35.237" v="180" actId="931"/>
          <ac:picMkLst>
            <pc:docMk/>
            <pc:sldMk cId="4072401861" sldId="294"/>
            <ac:picMk id="7" creationId="{28C61738-EA2F-5F58-CF4A-3A0F42143880}"/>
          </ac:picMkLst>
        </pc:picChg>
      </pc:sldChg>
      <pc:sldChg chg="addSp delSp modSp add del">
        <pc:chgData name="Irfan Sheikh" userId="d6584adb700a76b5" providerId="LiveId" clId="{EDDD6B94-9ED8-438A-9867-FD53A284A507}" dt="2024-03-13T17:34:41.239" v="339" actId="47"/>
        <pc:sldMkLst>
          <pc:docMk/>
          <pc:sldMk cId="3470942252" sldId="295"/>
        </pc:sldMkLst>
        <pc:spChg chg="del">
          <ac:chgData name="Irfan Sheikh" userId="d6584adb700a76b5" providerId="LiveId" clId="{EDDD6B94-9ED8-438A-9867-FD53A284A507}" dt="2024-03-08T04:59:44.622" v="181" actId="931"/>
          <ac:spMkLst>
            <pc:docMk/>
            <pc:sldMk cId="3470942252" sldId="295"/>
            <ac:spMk id="5" creationId="{097C1053-95C9-03EA-7D4E-362A45057873}"/>
          </ac:spMkLst>
        </pc:spChg>
        <pc:spChg chg="del">
          <ac:chgData name="Irfan Sheikh" userId="d6584adb700a76b5" providerId="LiveId" clId="{EDDD6B94-9ED8-438A-9867-FD53A284A507}" dt="2024-03-08T04:59:47.376" v="182" actId="931"/>
          <ac:spMkLst>
            <pc:docMk/>
            <pc:sldMk cId="3470942252" sldId="295"/>
            <ac:spMk id="8" creationId="{752F7AA2-42B2-1795-C268-F050593420FF}"/>
          </ac:spMkLst>
        </pc:spChg>
        <pc:picChg chg="add mod">
          <ac:chgData name="Irfan Sheikh" userId="d6584adb700a76b5" providerId="LiveId" clId="{EDDD6B94-9ED8-438A-9867-FD53A284A507}" dt="2024-03-08T04:59:44.622" v="181" actId="931"/>
          <ac:picMkLst>
            <pc:docMk/>
            <pc:sldMk cId="3470942252" sldId="295"/>
            <ac:picMk id="4" creationId="{EEDCA1A0-B704-F559-F07F-B6BE78B317A0}"/>
          </ac:picMkLst>
        </pc:picChg>
        <pc:picChg chg="add mod">
          <ac:chgData name="Irfan Sheikh" userId="d6584adb700a76b5" providerId="LiveId" clId="{EDDD6B94-9ED8-438A-9867-FD53A284A507}" dt="2024-03-08T04:59:47.376" v="182" actId="931"/>
          <ac:picMkLst>
            <pc:docMk/>
            <pc:sldMk cId="3470942252" sldId="295"/>
            <ac:picMk id="7" creationId="{B7C7EE89-89F9-DEAD-5B3E-FADA167D55D4}"/>
          </ac:picMkLst>
        </pc:picChg>
      </pc:sldChg>
      <pc:sldChg chg="addSp delSp modSp add del">
        <pc:chgData name="Irfan Sheikh" userId="d6584adb700a76b5" providerId="LiveId" clId="{EDDD6B94-9ED8-438A-9867-FD53A284A507}" dt="2024-03-13T17:34:42.024" v="340" actId="47"/>
        <pc:sldMkLst>
          <pc:docMk/>
          <pc:sldMk cId="3212590157" sldId="296"/>
        </pc:sldMkLst>
        <pc:spChg chg="del">
          <ac:chgData name="Irfan Sheikh" userId="d6584adb700a76b5" providerId="LiveId" clId="{EDDD6B94-9ED8-438A-9867-FD53A284A507}" dt="2024-03-08T04:59:53.231" v="183" actId="931"/>
          <ac:spMkLst>
            <pc:docMk/>
            <pc:sldMk cId="3212590157" sldId="296"/>
            <ac:spMk id="5" creationId="{C1A4C932-FF10-28DB-176A-AD79AD09F08F}"/>
          </ac:spMkLst>
        </pc:spChg>
        <pc:spChg chg="del">
          <ac:chgData name="Irfan Sheikh" userId="d6584adb700a76b5" providerId="LiveId" clId="{EDDD6B94-9ED8-438A-9867-FD53A284A507}" dt="2024-03-08T04:59:57.560" v="184" actId="931"/>
          <ac:spMkLst>
            <pc:docMk/>
            <pc:sldMk cId="3212590157" sldId="296"/>
            <ac:spMk id="8" creationId="{E71EBC78-E46C-DCA6-C6D2-C68774768BD9}"/>
          </ac:spMkLst>
        </pc:spChg>
        <pc:picChg chg="add mod">
          <ac:chgData name="Irfan Sheikh" userId="d6584adb700a76b5" providerId="LiveId" clId="{EDDD6B94-9ED8-438A-9867-FD53A284A507}" dt="2024-03-08T04:59:53.231" v="183" actId="931"/>
          <ac:picMkLst>
            <pc:docMk/>
            <pc:sldMk cId="3212590157" sldId="296"/>
            <ac:picMk id="4" creationId="{E9B9E9E0-6011-3286-C852-6C7EBD9AC04E}"/>
          </ac:picMkLst>
        </pc:picChg>
        <pc:picChg chg="add mod">
          <ac:chgData name="Irfan Sheikh" userId="d6584adb700a76b5" providerId="LiveId" clId="{EDDD6B94-9ED8-438A-9867-FD53A284A507}" dt="2024-03-08T04:59:57.560" v="184" actId="931"/>
          <ac:picMkLst>
            <pc:docMk/>
            <pc:sldMk cId="3212590157" sldId="296"/>
            <ac:picMk id="7" creationId="{6E0B2156-FA81-311B-CC14-532B5D786A97}"/>
          </ac:picMkLst>
        </pc:picChg>
      </pc:sldChg>
      <pc:sldChg chg="addSp delSp modSp add del mod">
        <pc:chgData name="Irfan Sheikh" userId="d6584adb700a76b5" providerId="LiveId" clId="{EDDD6B94-9ED8-438A-9867-FD53A284A507}" dt="2024-03-13T17:34:42.779" v="341" actId="47"/>
        <pc:sldMkLst>
          <pc:docMk/>
          <pc:sldMk cId="1762667265" sldId="297"/>
        </pc:sldMkLst>
        <pc:spChg chg="del">
          <ac:chgData name="Irfan Sheikh" userId="d6584adb700a76b5" providerId="LiveId" clId="{EDDD6B94-9ED8-438A-9867-FD53A284A507}" dt="2024-03-08T05:00:06.113" v="185" actId="931"/>
          <ac:spMkLst>
            <pc:docMk/>
            <pc:sldMk cId="1762667265" sldId="297"/>
            <ac:spMk id="5" creationId="{242DC6C7-F9E1-B5A8-E3FF-D115758391AE}"/>
          </ac:spMkLst>
        </pc:spChg>
        <pc:spChg chg="del">
          <ac:chgData name="Irfan Sheikh" userId="d6584adb700a76b5" providerId="LiveId" clId="{EDDD6B94-9ED8-438A-9867-FD53A284A507}" dt="2024-03-08T05:00:11.222" v="186" actId="931"/>
          <ac:spMkLst>
            <pc:docMk/>
            <pc:sldMk cId="1762667265" sldId="297"/>
            <ac:spMk id="8" creationId="{9C6D0428-E85B-58B1-324C-3A6BF318A09A}"/>
          </ac:spMkLst>
        </pc:spChg>
        <pc:picChg chg="add mod modCrop">
          <ac:chgData name="Irfan Sheikh" userId="d6584adb700a76b5" providerId="LiveId" clId="{EDDD6B94-9ED8-438A-9867-FD53A284A507}" dt="2024-03-08T05:00:19.181" v="187" actId="732"/>
          <ac:picMkLst>
            <pc:docMk/>
            <pc:sldMk cId="1762667265" sldId="297"/>
            <ac:picMk id="4" creationId="{B3FCCC55-CE00-BC20-C6FC-00986EF5E77B}"/>
          </ac:picMkLst>
        </pc:picChg>
        <pc:picChg chg="add mod modCrop">
          <ac:chgData name="Irfan Sheikh" userId="d6584adb700a76b5" providerId="LiveId" clId="{EDDD6B94-9ED8-438A-9867-FD53A284A507}" dt="2024-03-08T05:00:30.054" v="188" actId="732"/>
          <ac:picMkLst>
            <pc:docMk/>
            <pc:sldMk cId="1762667265" sldId="297"/>
            <ac:picMk id="7" creationId="{96780E90-15C0-37BE-1C6B-129F4C3C80D8}"/>
          </ac:picMkLst>
        </pc:picChg>
      </pc:sldChg>
      <pc:sldChg chg="addSp delSp modSp add del mod">
        <pc:chgData name="Irfan Sheikh" userId="d6584adb700a76b5" providerId="LiveId" clId="{EDDD6B94-9ED8-438A-9867-FD53A284A507}" dt="2024-03-13T17:34:43.523" v="342" actId="47"/>
        <pc:sldMkLst>
          <pc:docMk/>
          <pc:sldMk cId="676846460" sldId="298"/>
        </pc:sldMkLst>
        <pc:spChg chg="del">
          <ac:chgData name="Irfan Sheikh" userId="d6584adb700a76b5" providerId="LiveId" clId="{EDDD6B94-9ED8-438A-9867-FD53A284A507}" dt="2024-03-08T05:00:40.700" v="189" actId="931"/>
          <ac:spMkLst>
            <pc:docMk/>
            <pc:sldMk cId="676846460" sldId="298"/>
            <ac:spMk id="5" creationId="{212E2828-4234-541B-1E7C-7DDDFB6E6512}"/>
          </ac:spMkLst>
        </pc:spChg>
        <pc:spChg chg="del">
          <ac:chgData name="Irfan Sheikh" userId="d6584adb700a76b5" providerId="LiveId" clId="{EDDD6B94-9ED8-438A-9867-FD53A284A507}" dt="2024-03-08T05:00:43.514" v="190" actId="931"/>
          <ac:spMkLst>
            <pc:docMk/>
            <pc:sldMk cId="676846460" sldId="298"/>
            <ac:spMk id="8" creationId="{00F7145E-34A9-5D3F-04A0-BFA6E7AE1456}"/>
          </ac:spMkLst>
        </pc:spChg>
        <pc:picChg chg="add mod modCrop">
          <ac:chgData name="Irfan Sheikh" userId="d6584adb700a76b5" providerId="LiveId" clId="{EDDD6B94-9ED8-438A-9867-FD53A284A507}" dt="2024-03-08T05:00:54.454" v="192" actId="732"/>
          <ac:picMkLst>
            <pc:docMk/>
            <pc:sldMk cId="676846460" sldId="298"/>
            <ac:picMk id="4" creationId="{7A8E2780-C98F-A281-47FA-8A4B4FCA65EE}"/>
          </ac:picMkLst>
        </pc:picChg>
        <pc:picChg chg="add mod modCrop">
          <ac:chgData name="Irfan Sheikh" userId="d6584adb700a76b5" providerId="LiveId" clId="{EDDD6B94-9ED8-438A-9867-FD53A284A507}" dt="2024-03-08T05:00:49.105" v="191" actId="732"/>
          <ac:picMkLst>
            <pc:docMk/>
            <pc:sldMk cId="676846460" sldId="298"/>
            <ac:picMk id="7" creationId="{FEC49D52-F320-C6F8-5B05-C085CDEA5F98}"/>
          </ac:picMkLst>
        </pc:picChg>
      </pc:sldChg>
      <pc:sldChg chg="addSp delSp modSp add del mod">
        <pc:chgData name="Irfan Sheikh" userId="d6584adb700a76b5" providerId="LiveId" clId="{EDDD6B94-9ED8-438A-9867-FD53A284A507}" dt="2024-03-13T17:34:44.191" v="343" actId="47"/>
        <pc:sldMkLst>
          <pc:docMk/>
          <pc:sldMk cId="2611957090" sldId="299"/>
        </pc:sldMkLst>
        <pc:spChg chg="del">
          <ac:chgData name="Irfan Sheikh" userId="d6584adb700a76b5" providerId="LiveId" clId="{EDDD6B94-9ED8-438A-9867-FD53A284A507}" dt="2024-03-08T05:01:07.414" v="193" actId="931"/>
          <ac:spMkLst>
            <pc:docMk/>
            <pc:sldMk cId="2611957090" sldId="299"/>
            <ac:spMk id="5" creationId="{95C1CB34-D5DF-A18A-DD56-D37EC00EAFF0}"/>
          </ac:spMkLst>
        </pc:spChg>
        <pc:spChg chg="del">
          <ac:chgData name="Irfan Sheikh" userId="d6584adb700a76b5" providerId="LiveId" clId="{EDDD6B94-9ED8-438A-9867-FD53A284A507}" dt="2024-03-08T05:01:10.858" v="194" actId="931"/>
          <ac:spMkLst>
            <pc:docMk/>
            <pc:sldMk cId="2611957090" sldId="299"/>
            <ac:spMk id="8" creationId="{7811000F-5B2A-82B5-DE23-6F5F7418F32F}"/>
          </ac:spMkLst>
        </pc:spChg>
        <pc:picChg chg="add mod modCrop">
          <ac:chgData name="Irfan Sheikh" userId="d6584adb700a76b5" providerId="LiveId" clId="{EDDD6B94-9ED8-438A-9867-FD53A284A507}" dt="2024-03-08T05:01:22.303" v="196" actId="732"/>
          <ac:picMkLst>
            <pc:docMk/>
            <pc:sldMk cId="2611957090" sldId="299"/>
            <ac:picMk id="4" creationId="{B871924D-0C66-07BB-5DBB-67795EB126C8}"/>
          </ac:picMkLst>
        </pc:picChg>
        <pc:picChg chg="add mod modCrop">
          <ac:chgData name="Irfan Sheikh" userId="d6584adb700a76b5" providerId="LiveId" clId="{EDDD6B94-9ED8-438A-9867-FD53A284A507}" dt="2024-03-08T05:01:15.646" v="195" actId="732"/>
          <ac:picMkLst>
            <pc:docMk/>
            <pc:sldMk cId="2611957090" sldId="299"/>
            <ac:picMk id="7" creationId="{4AD8D1AD-6D7D-CBCC-8EF7-9EC423A912F9}"/>
          </ac:picMkLst>
        </pc:picChg>
      </pc:sldChg>
      <pc:sldChg chg="addSp delSp modSp add del mod">
        <pc:chgData name="Irfan Sheikh" userId="d6584adb700a76b5" providerId="LiveId" clId="{EDDD6B94-9ED8-438A-9867-FD53A284A507}" dt="2024-03-13T17:34:44.866" v="344" actId="47"/>
        <pc:sldMkLst>
          <pc:docMk/>
          <pc:sldMk cId="2580031303" sldId="300"/>
        </pc:sldMkLst>
        <pc:spChg chg="del">
          <ac:chgData name="Irfan Sheikh" userId="d6584adb700a76b5" providerId="LiveId" clId="{EDDD6B94-9ED8-438A-9867-FD53A284A507}" dt="2024-03-08T05:01:34.793" v="197" actId="931"/>
          <ac:spMkLst>
            <pc:docMk/>
            <pc:sldMk cId="2580031303" sldId="300"/>
            <ac:spMk id="5" creationId="{EE95C64E-3114-1A2F-5D9A-476BA8603B6B}"/>
          </ac:spMkLst>
        </pc:spChg>
        <pc:spChg chg="del">
          <ac:chgData name="Irfan Sheikh" userId="d6584adb700a76b5" providerId="LiveId" clId="{EDDD6B94-9ED8-438A-9867-FD53A284A507}" dt="2024-03-08T05:01:37.375" v="198" actId="931"/>
          <ac:spMkLst>
            <pc:docMk/>
            <pc:sldMk cId="2580031303" sldId="300"/>
            <ac:spMk id="8" creationId="{DFD12727-A9CC-9F00-231A-32416B4050E8}"/>
          </ac:spMkLst>
        </pc:spChg>
        <pc:picChg chg="add mod modCrop">
          <ac:chgData name="Irfan Sheikh" userId="d6584adb700a76b5" providerId="LiveId" clId="{EDDD6B94-9ED8-438A-9867-FD53A284A507}" dt="2024-03-08T05:01:47.762" v="200" actId="732"/>
          <ac:picMkLst>
            <pc:docMk/>
            <pc:sldMk cId="2580031303" sldId="300"/>
            <ac:picMk id="4" creationId="{0202AD75-F350-8F82-049F-63386D5C217C}"/>
          </ac:picMkLst>
        </pc:picChg>
        <pc:picChg chg="add mod modCrop">
          <ac:chgData name="Irfan Sheikh" userId="d6584adb700a76b5" providerId="LiveId" clId="{EDDD6B94-9ED8-438A-9867-FD53A284A507}" dt="2024-03-08T05:01:42.271" v="199" actId="732"/>
          <ac:picMkLst>
            <pc:docMk/>
            <pc:sldMk cId="2580031303" sldId="300"/>
            <ac:picMk id="7" creationId="{5EB075DC-6FCE-7AFC-1BD7-069950F869D5}"/>
          </ac:picMkLst>
        </pc:picChg>
      </pc:sldChg>
      <pc:sldChg chg="addSp delSp modSp add del">
        <pc:chgData name="Irfan Sheikh" userId="d6584adb700a76b5" providerId="LiveId" clId="{EDDD6B94-9ED8-438A-9867-FD53A284A507}" dt="2024-03-13T17:34:45.511" v="345" actId="47"/>
        <pc:sldMkLst>
          <pc:docMk/>
          <pc:sldMk cId="87337406" sldId="301"/>
        </pc:sldMkLst>
        <pc:spChg chg="del">
          <ac:chgData name="Irfan Sheikh" userId="d6584adb700a76b5" providerId="LiveId" clId="{EDDD6B94-9ED8-438A-9867-FD53A284A507}" dt="2024-03-08T05:02:16.114" v="201" actId="931"/>
          <ac:spMkLst>
            <pc:docMk/>
            <pc:sldMk cId="87337406" sldId="301"/>
            <ac:spMk id="5" creationId="{FB4DEC4D-905A-6D79-FC75-81CB4851E2AF}"/>
          </ac:spMkLst>
        </pc:spChg>
        <pc:spChg chg="del">
          <ac:chgData name="Irfan Sheikh" userId="d6584adb700a76b5" providerId="LiveId" clId="{EDDD6B94-9ED8-438A-9867-FD53A284A507}" dt="2024-03-08T05:02:19.165" v="202" actId="931"/>
          <ac:spMkLst>
            <pc:docMk/>
            <pc:sldMk cId="87337406" sldId="301"/>
            <ac:spMk id="8" creationId="{996005B8-8343-C0B2-49E8-273D9EA6A462}"/>
          </ac:spMkLst>
        </pc:spChg>
        <pc:picChg chg="add mod">
          <ac:chgData name="Irfan Sheikh" userId="d6584adb700a76b5" providerId="LiveId" clId="{EDDD6B94-9ED8-438A-9867-FD53A284A507}" dt="2024-03-08T05:02:16.114" v="201" actId="931"/>
          <ac:picMkLst>
            <pc:docMk/>
            <pc:sldMk cId="87337406" sldId="301"/>
            <ac:picMk id="4" creationId="{FF56C97D-25CF-9C0A-AE3D-C4945FABE232}"/>
          </ac:picMkLst>
        </pc:picChg>
        <pc:picChg chg="add mod">
          <ac:chgData name="Irfan Sheikh" userId="d6584adb700a76b5" providerId="LiveId" clId="{EDDD6B94-9ED8-438A-9867-FD53A284A507}" dt="2024-03-08T05:02:19.165" v="202" actId="931"/>
          <ac:picMkLst>
            <pc:docMk/>
            <pc:sldMk cId="87337406" sldId="301"/>
            <ac:picMk id="7" creationId="{8A8B9984-C569-86A7-525C-944EF5760479}"/>
          </ac:picMkLst>
        </pc:picChg>
      </pc:sldChg>
      <pc:sldChg chg="addSp delSp modSp add del mod">
        <pc:chgData name="Irfan Sheikh" userId="d6584adb700a76b5" providerId="LiveId" clId="{EDDD6B94-9ED8-438A-9867-FD53A284A507}" dt="2024-03-13T17:34:48.080" v="346" actId="47"/>
        <pc:sldMkLst>
          <pc:docMk/>
          <pc:sldMk cId="3236784210" sldId="302"/>
        </pc:sldMkLst>
        <pc:spChg chg="del">
          <ac:chgData name="Irfan Sheikh" userId="d6584adb700a76b5" providerId="LiveId" clId="{EDDD6B94-9ED8-438A-9867-FD53A284A507}" dt="2024-03-08T05:02:37.126" v="203" actId="931"/>
          <ac:spMkLst>
            <pc:docMk/>
            <pc:sldMk cId="3236784210" sldId="302"/>
            <ac:spMk id="5" creationId="{B57A30E0-9A6A-0D46-3B00-5D3BB17C0E29}"/>
          </ac:spMkLst>
        </pc:spChg>
        <pc:spChg chg="del">
          <ac:chgData name="Irfan Sheikh" userId="d6584adb700a76b5" providerId="LiveId" clId="{EDDD6B94-9ED8-438A-9867-FD53A284A507}" dt="2024-03-08T05:02:41.536" v="204" actId="931"/>
          <ac:spMkLst>
            <pc:docMk/>
            <pc:sldMk cId="3236784210" sldId="302"/>
            <ac:spMk id="8" creationId="{4D0A8D58-AE09-74A9-6689-FA1EAFC753EF}"/>
          </ac:spMkLst>
        </pc:spChg>
        <pc:picChg chg="add mod modCrop">
          <ac:chgData name="Irfan Sheikh" userId="d6584adb700a76b5" providerId="LiveId" clId="{EDDD6B94-9ED8-438A-9867-FD53A284A507}" dt="2024-03-08T05:02:50.739" v="206" actId="732"/>
          <ac:picMkLst>
            <pc:docMk/>
            <pc:sldMk cId="3236784210" sldId="302"/>
            <ac:picMk id="4" creationId="{17690A70-8543-A457-EF1F-06F9254CF434}"/>
          </ac:picMkLst>
        </pc:picChg>
        <pc:picChg chg="add mod modCrop">
          <ac:chgData name="Irfan Sheikh" userId="d6584adb700a76b5" providerId="LiveId" clId="{EDDD6B94-9ED8-438A-9867-FD53A284A507}" dt="2024-03-08T05:02:45.616" v="205" actId="732"/>
          <ac:picMkLst>
            <pc:docMk/>
            <pc:sldMk cId="3236784210" sldId="302"/>
            <ac:picMk id="7" creationId="{AA950C26-33F5-3587-8D83-E55FED9505B0}"/>
          </ac:picMkLst>
        </pc:picChg>
      </pc:sldChg>
      <pc:sldChg chg="addSp delSp modSp add del mod">
        <pc:chgData name="Irfan Sheikh" userId="d6584adb700a76b5" providerId="LiveId" clId="{EDDD6B94-9ED8-438A-9867-FD53A284A507}" dt="2024-03-13T17:34:49.137" v="347" actId="47"/>
        <pc:sldMkLst>
          <pc:docMk/>
          <pc:sldMk cId="2528089321" sldId="303"/>
        </pc:sldMkLst>
        <pc:spChg chg="del">
          <ac:chgData name="Irfan Sheikh" userId="d6584adb700a76b5" providerId="LiveId" clId="{EDDD6B94-9ED8-438A-9867-FD53A284A507}" dt="2024-03-08T05:03:00.812" v="207" actId="931"/>
          <ac:spMkLst>
            <pc:docMk/>
            <pc:sldMk cId="2528089321" sldId="303"/>
            <ac:spMk id="5" creationId="{15CE940F-2C10-4236-7AC1-F4E0DBE5BFC3}"/>
          </ac:spMkLst>
        </pc:spChg>
        <pc:spChg chg="del">
          <ac:chgData name="Irfan Sheikh" userId="d6584adb700a76b5" providerId="LiveId" clId="{EDDD6B94-9ED8-438A-9867-FD53A284A507}" dt="2024-03-08T05:03:05.614" v="208" actId="931"/>
          <ac:spMkLst>
            <pc:docMk/>
            <pc:sldMk cId="2528089321" sldId="303"/>
            <ac:spMk id="8" creationId="{13CA6AB9-19D4-A110-D3E8-446FFC368D5D}"/>
          </ac:spMkLst>
        </pc:spChg>
        <pc:picChg chg="add mod modCrop">
          <ac:chgData name="Irfan Sheikh" userId="d6584adb700a76b5" providerId="LiveId" clId="{EDDD6B94-9ED8-438A-9867-FD53A284A507}" dt="2024-03-08T05:03:15.035" v="210" actId="732"/>
          <ac:picMkLst>
            <pc:docMk/>
            <pc:sldMk cId="2528089321" sldId="303"/>
            <ac:picMk id="4" creationId="{BC73BC6C-2B46-D58E-A750-9FF9D6B06212}"/>
          </ac:picMkLst>
        </pc:picChg>
        <pc:picChg chg="add mod modCrop">
          <ac:chgData name="Irfan Sheikh" userId="d6584adb700a76b5" providerId="LiveId" clId="{EDDD6B94-9ED8-438A-9867-FD53A284A507}" dt="2024-03-08T05:03:10.764" v="209" actId="732"/>
          <ac:picMkLst>
            <pc:docMk/>
            <pc:sldMk cId="2528089321" sldId="303"/>
            <ac:picMk id="7" creationId="{D91254F1-1676-D251-3986-78797A6F6367}"/>
          </ac:picMkLst>
        </pc:picChg>
      </pc:sldChg>
      <pc:sldChg chg="addSp delSp modSp add del mod">
        <pc:chgData name="Irfan Sheikh" userId="d6584adb700a76b5" providerId="LiveId" clId="{EDDD6B94-9ED8-438A-9867-FD53A284A507}" dt="2024-03-13T17:34:49.950" v="348" actId="47"/>
        <pc:sldMkLst>
          <pc:docMk/>
          <pc:sldMk cId="1576795176" sldId="304"/>
        </pc:sldMkLst>
        <pc:spChg chg="del">
          <ac:chgData name="Irfan Sheikh" userId="d6584adb700a76b5" providerId="LiveId" clId="{EDDD6B94-9ED8-438A-9867-FD53A284A507}" dt="2024-03-08T05:03:21.616" v="211" actId="931"/>
          <ac:spMkLst>
            <pc:docMk/>
            <pc:sldMk cId="1576795176" sldId="304"/>
            <ac:spMk id="5" creationId="{3580D333-218A-82EC-5A3E-E3D0D82652A9}"/>
          </ac:spMkLst>
        </pc:spChg>
        <pc:spChg chg="del">
          <ac:chgData name="Irfan Sheikh" userId="d6584adb700a76b5" providerId="LiveId" clId="{EDDD6B94-9ED8-438A-9867-FD53A284A507}" dt="2024-03-08T05:03:31.226" v="212" actId="931"/>
          <ac:spMkLst>
            <pc:docMk/>
            <pc:sldMk cId="1576795176" sldId="304"/>
            <ac:spMk id="8" creationId="{4E007E5F-5EF9-161B-7493-14B39A0CB879}"/>
          </ac:spMkLst>
        </pc:spChg>
        <pc:spChg chg="add del mod">
          <ac:chgData name="Irfan Sheikh" userId="d6584adb700a76b5" providerId="LiveId" clId="{EDDD6B94-9ED8-438A-9867-FD53A284A507}" dt="2024-03-08T05:03:48.318" v="215" actId="931"/>
          <ac:spMkLst>
            <pc:docMk/>
            <pc:sldMk cId="1576795176" sldId="304"/>
            <ac:spMk id="10" creationId="{C41C6233-BCD7-6ED4-CAA2-367C6CD88947}"/>
          </ac:spMkLst>
        </pc:spChg>
        <pc:picChg chg="add del mod">
          <ac:chgData name="Irfan Sheikh" userId="d6584adb700a76b5" providerId="LiveId" clId="{EDDD6B94-9ED8-438A-9867-FD53A284A507}" dt="2024-03-08T05:03:40.845" v="214" actId="478"/>
          <ac:picMkLst>
            <pc:docMk/>
            <pc:sldMk cId="1576795176" sldId="304"/>
            <ac:picMk id="4" creationId="{AAEBB3FB-3A10-9B1A-4D1B-F2BBA6725B51}"/>
          </ac:picMkLst>
        </pc:picChg>
        <pc:picChg chg="add mod modCrop">
          <ac:chgData name="Irfan Sheikh" userId="d6584adb700a76b5" providerId="LiveId" clId="{EDDD6B94-9ED8-438A-9867-FD53A284A507}" dt="2024-03-08T05:03:36.512" v="213" actId="732"/>
          <ac:picMkLst>
            <pc:docMk/>
            <pc:sldMk cId="1576795176" sldId="304"/>
            <ac:picMk id="7" creationId="{889B3EED-81F3-260B-90E2-33BE710D3DC4}"/>
          </ac:picMkLst>
        </pc:picChg>
        <pc:picChg chg="add mod modCrop">
          <ac:chgData name="Irfan Sheikh" userId="d6584adb700a76b5" providerId="LiveId" clId="{EDDD6B94-9ED8-438A-9867-FD53A284A507}" dt="2024-03-08T05:03:54.587" v="216" actId="732"/>
          <ac:picMkLst>
            <pc:docMk/>
            <pc:sldMk cId="1576795176" sldId="304"/>
            <ac:picMk id="12" creationId="{6D43913F-BD1F-EC9E-4BE1-E0EE9AD8CDD6}"/>
          </ac:picMkLst>
        </pc:picChg>
      </pc:sldChg>
      <pc:sldChg chg="addSp delSp modSp add del">
        <pc:chgData name="Irfan Sheikh" userId="d6584adb700a76b5" providerId="LiveId" clId="{EDDD6B94-9ED8-438A-9867-FD53A284A507}" dt="2024-03-13T17:34:50.768" v="349" actId="47"/>
        <pc:sldMkLst>
          <pc:docMk/>
          <pc:sldMk cId="4184445605" sldId="305"/>
        </pc:sldMkLst>
        <pc:spChg chg="del">
          <ac:chgData name="Irfan Sheikh" userId="d6584adb700a76b5" providerId="LiveId" clId="{EDDD6B94-9ED8-438A-9867-FD53A284A507}" dt="2024-03-08T05:04:24.322" v="217" actId="931"/>
          <ac:spMkLst>
            <pc:docMk/>
            <pc:sldMk cId="4184445605" sldId="305"/>
            <ac:spMk id="5" creationId="{6EF5E863-1A0C-4D68-5AF6-8D5DE18CF3CF}"/>
          </ac:spMkLst>
        </pc:spChg>
        <pc:spChg chg="del">
          <ac:chgData name="Irfan Sheikh" userId="d6584adb700a76b5" providerId="LiveId" clId="{EDDD6B94-9ED8-438A-9867-FD53A284A507}" dt="2024-03-08T05:04:29.578" v="218" actId="931"/>
          <ac:spMkLst>
            <pc:docMk/>
            <pc:sldMk cId="4184445605" sldId="305"/>
            <ac:spMk id="8" creationId="{D82EC8B3-3483-2E8C-A429-672A9A481554}"/>
          </ac:spMkLst>
        </pc:spChg>
        <pc:picChg chg="add mod">
          <ac:chgData name="Irfan Sheikh" userId="d6584adb700a76b5" providerId="LiveId" clId="{EDDD6B94-9ED8-438A-9867-FD53A284A507}" dt="2024-03-08T05:04:24.322" v="217" actId="931"/>
          <ac:picMkLst>
            <pc:docMk/>
            <pc:sldMk cId="4184445605" sldId="305"/>
            <ac:picMk id="4" creationId="{AC05EA13-37FB-25D4-7559-6C1EADFAF294}"/>
          </ac:picMkLst>
        </pc:picChg>
        <pc:picChg chg="add mod">
          <ac:chgData name="Irfan Sheikh" userId="d6584adb700a76b5" providerId="LiveId" clId="{EDDD6B94-9ED8-438A-9867-FD53A284A507}" dt="2024-03-08T05:04:29.578" v="218" actId="931"/>
          <ac:picMkLst>
            <pc:docMk/>
            <pc:sldMk cId="4184445605" sldId="305"/>
            <ac:picMk id="7" creationId="{DC536487-5156-079D-C50F-D87C859DB0AB}"/>
          </ac:picMkLst>
        </pc:picChg>
      </pc:sldChg>
      <pc:sldChg chg="addSp delSp modSp add del">
        <pc:chgData name="Irfan Sheikh" userId="d6584adb700a76b5" providerId="LiveId" clId="{EDDD6B94-9ED8-438A-9867-FD53A284A507}" dt="2024-03-13T17:34:51.563" v="350" actId="47"/>
        <pc:sldMkLst>
          <pc:docMk/>
          <pc:sldMk cId="4282016009" sldId="306"/>
        </pc:sldMkLst>
        <pc:spChg chg="del">
          <ac:chgData name="Irfan Sheikh" userId="d6584adb700a76b5" providerId="LiveId" clId="{EDDD6B94-9ED8-438A-9867-FD53A284A507}" dt="2024-03-08T05:04:36.543" v="219" actId="931"/>
          <ac:spMkLst>
            <pc:docMk/>
            <pc:sldMk cId="4282016009" sldId="306"/>
            <ac:spMk id="5" creationId="{190ABA6A-FC2C-03E0-6F3D-93360E02B2AE}"/>
          </ac:spMkLst>
        </pc:spChg>
        <pc:spChg chg="del">
          <ac:chgData name="Irfan Sheikh" userId="d6584adb700a76b5" providerId="LiveId" clId="{EDDD6B94-9ED8-438A-9867-FD53A284A507}" dt="2024-03-08T05:04:39.856" v="220" actId="931"/>
          <ac:spMkLst>
            <pc:docMk/>
            <pc:sldMk cId="4282016009" sldId="306"/>
            <ac:spMk id="8" creationId="{A6EF251E-AF56-3ACA-66F8-EA9FACCDAEAF}"/>
          </ac:spMkLst>
        </pc:spChg>
        <pc:picChg chg="add mod">
          <ac:chgData name="Irfan Sheikh" userId="d6584adb700a76b5" providerId="LiveId" clId="{EDDD6B94-9ED8-438A-9867-FD53A284A507}" dt="2024-03-08T05:04:36.543" v="219" actId="931"/>
          <ac:picMkLst>
            <pc:docMk/>
            <pc:sldMk cId="4282016009" sldId="306"/>
            <ac:picMk id="4" creationId="{2C16F6C6-064B-195C-46D6-3AF5441BB555}"/>
          </ac:picMkLst>
        </pc:picChg>
        <pc:picChg chg="add mod">
          <ac:chgData name="Irfan Sheikh" userId="d6584adb700a76b5" providerId="LiveId" clId="{EDDD6B94-9ED8-438A-9867-FD53A284A507}" dt="2024-03-08T05:04:39.856" v="220" actId="931"/>
          <ac:picMkLst>
            <pc:docMk/>
            <pc:sldMk cId="4282016009" sldId="306"/>
            <ac:picMk id="7" creationId="{7D830C34-5E0A-BB90-BA85-2B8AA5777CF8}"/>
          </ac:picMkLst>
        </pc:picChg>
      </pc:sldChg>
      <pc:sldChg chg="addSp delSp modSp add del mod">
        <pc:chgData name="Irfan Sheikh" userId="d6584adb700a76b5" providerId="LiveId" clId="{EDDD6B94-9ED8-438A-9867-FD53A284A507}" dt="2024-03-13T17:34:52.348" v="351" actId="47"/>
        <pc:sldMkLst>
          <pc:docMk/>
          <pc:sldMk cId="2651659893" sldId="307"/>
        </pc:sldMkLst>
        <pc:spChg chg="del">
          <ac:chgData name="Irfan Sheikh" userId="d6584adb700a76b5" providerId="LiveId" clId="{EDDD6B94-9ED8-438A-9867-FD53A284A507}" dt="2024-03-08T05:04:50.207" v="221" actId="931"/>
          <ac:spMkLst>
            <pc:docMk/>
            <pc:sldMk cId="2651659893" sldId="307"/>
            <ac:spMk id="5" creationId="{6E0F0080-0964-FED1-DC81-9216AE1AFF80}"/>
          </ac:spMkLst>
        </pc:spChg>
        <pc:spChg chg="del">
          <ac:chgData name="Irfan Sheikh" userId="d6584adb700a76b5" providerId="LiveId" clId="{EDDD6B94-9ED8-438A-9867-FD53A284A507}" dt="2024-03-08T05:04:54.718" v="222" actId="931"/>
          <ac:spMkLst>
            <pc:docMk/>
            <pc:sldMk cId="2651659893" sldId="307"/>
            <ac:spMk id="8" creationId="{78DA84FF-F13A-8EE5-1C3A-09BF0BE77228}"/>
          </ac:spMkLst>
        </pc:spChg>
        <pc:picChg chg="add mod modCrop">
          <ac:chgData name="Irfan Sheikh" userId="d6584adb700a76b5" providerId="LiveId" clId="{EDDD6B94-9ED8-438A-9867-FD53A284A507}" dt="2024-03-08T05:05:02.792" v="223" actId="732"/>
          <ac:picMkLst>
            <pc:docMk/>
            <pc:sldMk cId="2651659893" sldId="307"/>
            <ac:picMk id="4" creationId="{DE4E360E-8BC9-3FC1-5D38-DA0BDC21504E}"/>
          </ac:picMkLst>
        </pc:picChg>
        <pc:picChg chg="add mod modCrop">
          <ac:chgData name="Irfan Sheikh" userId="d6584adb700a76b5" providerId="LiveId" clId="{EDDD6B94-9ED8-438A-9867-FD53A284A507}" dt="2024-03-08T05:05:09.327" v="225" actId="732"/>
          <ac:picMkLst>
            <pc:docMk/>
            <pc:sldMk cId="2651659893" sldId="307"/>
            <ac:picMk id="7" creationId="{652A7B23-E4F8-1C3F-F645-FEF20FB8A173}"/>
          </ac:picMkLst>
        </pc:picChg>
      </pc:sldChg>
      <pc:sldChg chg="addSp delSp modSp add del mod">
        <pc:chgData name="Irfan Sheikh" userId="d6584adb700a76b5" providerId="LiveId" clId="{EDDD6B94-9ED8-438A-9867-FD53A284A507}" dt="2024-03-13T17:34:53.749" v="353" actId="47"/>
        <pc:sldMkLst>
          <pc:docMk/>
          <pc:sldMk cId="2323673784" sldId="308"/>
        </pc:sldMkLst>
        <pc:spChg chg="del">
          <ac:chgData name="Irfan Sheikh" userId="d6584adb700a76b5" providerId="LiveId" clId="{EDDD6B94-9ED8-438A-9867-FD53A284A507}" dt="2024-03-08T05:05:45.233" v="233" actId="931"/>
          <ac:spMkLst>
            <pc:docMk/>
            <pc:sldMk cId="2323673784" sldId="308"/>
            <ac:spMk id="5" creationId="{EB7B325A-2422-E59F-94BC-0C0E8D412432}"/>
          </ac:spMkLst>
        </pc:spChg>
        <pc:spChg chg="del">
          <ac:chgData name="Irfan Sheikh" userId="d6584adb700a76b5" providerId="LiveId" clId="{EDDD6B94-9ED8-438A-9867-FD53A284A507}" dt="2024-03-08T05:05:48.171" v="234" actId="931"/>
          <ac:spMkLst>
            <pc:docMk/>
            <pc:sldMk cId="2323673784" sldId="308"/>
            <ac:spMk id="8" creationId="{6BDE4351-B062-6436-EC2D-9614F2D33FE1}"/>
          </ac:spMkLst>
        </pc:spChg>
        <pc:picChg chg="add mod modCrop">
          <ac:chgData name="Irfan Sheikh" userId="d6584adb700a76b5" providerId="LiveId" clId="{EDDD6B94-9ED8-438A-9867-FD53A284A507}" dt="2024-03-08T05:05:58.911" v="236" actId="732"/>
          <ac:picMkLst>
            <pc:docMk/>
            <pc:sldMk cId="2323673784" sldId="308"/>
            <ac:picMk id="4" creationId="{46A0B9C6-F941-9CF2-58F7-4F24B3C29388}"/>
          </ac:picMkLst>
        </pc:picChg>
        <pc:picChg chg="add mod modCrop">
          <ac:chgData name="Irfan Sheikh" userId="d6584adb700a76b5" providerId="LiveId" clId="{EDDD6B94-9ED8-438A-9867-FD53A284A507}" dt="2024-03-08T05:05:53.013" v="235" actId="732"/>
          <ac:picMkLst>
            <pc:docMk/>
            <pc:sldMk cId="2323673784" sldId="308"/>
            <ac:picMk id="7" creationId="{0A385EE1-FFE8-2C46-15BF-CF2ADC9EC8FA}"/>
          </ac:picMkLst>
        </pc:picChg>
      </pc:sldChg>
      <pc:sldChg chg="addSp delSp modSp add del mod">
        <pc:chgData name="Irfan Sheikh" userId="d6584adb700a76b5" providerId="LiveId" clId="{EDDD6B94-9ED8-438A-9867-FD53A284A507}" dt="2024-03-13T17:34:54.442" v="354" actId="47"/>
        <pc:sldMkLst>
          <pc:docMk/>
          <pc:sldMk cId="3314404697" sldId="309"/>
        </pc:sldMkLst>
        <pc:spChg chg="del">
          <ac:chgData name="Irfan Sheikh" userId="d6584adb700a76b5" providerId="LiveId" clId="{EDDD6B94-9ED8-438A-9867-FD53A284A507}" dt="2024-03-08T05:06:05.045" v="237" actId="931"/>
          <ac:spMkLst>
            <pc:docMk/>
            <pc:sldMk cId="3314404697" sldId="309"/>
            <ac:spMk id="5" creationId="{3F4A8AFF-AB33-5C48-6781-23933A1218F5}"/>
          </ac:spMkLst>
        </pc:spChg>
        <pc:spChg chg="del">
          <ac:chgData name="Irfan Sheikh" userId="d6584adb700a76b5" providerId="LiveId" clId="{EDDD6B94-9ED8-438A-9867-FD53A284A507}" dt="2024-03-08T05:06:08.578" v="238" actId="931"/>
          <ac:spMkLst>
            <pc:docMk/>
            <pc:sldMk cId="3314404697" sldId="309"/>
            <ac:spMk id="8" creationId="{7A0C97B3-A223-65D9-C63E-B817F42B3213}"/>
          </ac:spMkLst>
        </pc:spChg>
        <pc:picChg chg="add mod modCrop">
          <ac:chgData name="Irfan Sheikh" userId="d6584adb700a76b5" providerId="LiveId" clId="{EDDD6B94-9ED8-438A-9867-FD53A284A507}" dt="2024-03-08T05:06:17.701" v="240" actId="732"/>
          <ac:picMkLst>
            <pc:docMk/>
            <pc:sldMk cId="3314404697" sldId="309"/>
            <ac:picMk id="4" creationId="{F9B7118A-8D8E-4210-ADE6-951F23C38476}"/>
          </ac:picMkLst>
        </pc:picChg>
        <pc:picChg chg="add mod modCrop">
          <ac:chgData name="Irfan Sheikh" userId="d6584adb700a76b5" providerId="LiveId" clId="{EDDD6B94-9ED8-438A-9867-FD53A284A507}" dt="2024-03-08T05:06:12.552" v="239" actId="732"/>
          <ac:picMkLst>
            <pc:docMk/>
            <pc:sldMk cId="3314404697" sldId="309"/>
            <ac:picMk id="7" creationId="{63DF43BC-09F1-ABE1-6D4D-3759602E11D2}"/>
          </ac:picMkLst>
        </pc:picChg>
      </pc:sldChg>
      <pc:sldChg chg="add del">
        <pc:chgData name="Irfan Sheikh" userId="d6584adb700a76b5" providerId="LiveId" clId="{EDDD6B94-9ED8-438A-9867-FD53A284A507}" dt="2024-03-13T17:34:59.164" v="355" actId="47"/>
        <pc:sldMkLst>
          <pc:docMk/>
          <pc:sldMk cId="3205806282" sldId="310"/>
        </pc:sldMkLst>
      </pc:sldChg>
    </pc:docChg>
  </pc:docChgLst>
  <pc:docChgLst>
    <pc:chgData name="Irfan Sheikh" userId="d6584adb700a76b5" providerId="LiveId" clId="{2946418A-13DB-4BA3-A5A7-50128E36CA7D}"/>
    <pc:docChg chg="custSel addSld delSld modSld modMainMaster">
      <pc:chgData name="Irfan Sheikh" userId="d6584adb700a76b5" providerId="LiveId" clId="{2946418A-13DB-4BA3-A5A7-50128E36CA7D}" dt="2024-01-23T10:59:08.347" v="266"/>
      <pc:docMkLst>
        <pc:docMk/>
      </pc:docMkLst>
      <pc:sldChg chg="setBg">
        <pc:chgData name="Irfan Sheikh" userId="d6584adb700a76b5" providerId="LiveId" clId="{2946418A-13DB-4BA3-A5A7-50128E36CA7D}" dt="2024-01-23T10:59:08.347" v="266"/>
        <pc:sldMkLst>
          <pc:docMk/>
          <pc:sldMk cId="0" sldId="256"/>
        </pc:sldMkLst>
      </pc:sldChg>
      <pc:sldChg chg="addSp delSp modSp">
        <pc:chgData name="Irfan Sheikh" userId="d6584adb700a76b5" providerId="LiveId" clId="{2946418A-13DB-4BA3-A5A7-50128E36CA7D}" dt="2024-01-07T13:00:35.864" v="1" actId="931"/>
        <pc:sldMkLst>
          <pc:docMk/>
          <pc:sldMk cId="1444509090" sldId="286"/>
        </pc:sldMkLst>
        <pc:spChg chg="del">
          <ac:chgData name="Irfan Sheikh" userId="d6584adb700a76b5" providerId="LiveId" clId="{2946418A-13DB-4BA3-A5A7-50128E36CA7D}" dt="2024-01-07T13:00:31.328" v="0" actId="931"/>
          <ac:spMkLst>
            <pc:docMk/>
            <pc:sldMk cId="1444509090" sldId="286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07T13:00:35.864" v="1" actId="931"/>
          <ac:spMkLst>
            <pc:docMk/>
            <pc:sldMk cId="1444509090" sldId="286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07T13:00:31.328" v="0" actId="931"/>
          <ac:picMkLst>
            <pc:docMk/>
            <pc:sldMk cId="1444509090" sldId="286"/>
            <ac:picMk id="4" creationId="{803E1060-3265-6E4E-E331-0138BC3CF2AA}"/>
          </ac:picMkLst>
        </pc:picChg>
        <pc:picChg chg="add mod">
          <ac:chgData name="Irfan Sheikh" userId="d6584adb700a76b5" providerId="LiveId" clId="{2946418A-13DB-4BA3-A5A7-50128E36CA7D}" dt="2024-01-07T13:00:35.864" v="1" actId="931"/>
          <ac:picMkLst>
            <pc:docMk/>
            <pc:sldMk cId="1444509090" sldId="286"/>
            <ac:picMk id="8" creationId="{60847101-EDE1-3D2E-85F6-ACE4F69866E9}"/>
          </ac:picMkLst>
        </pc:picChg>
      </pc:sldChg>
      <pc:sldChg chg="addSp delSp modSp">
        <pc:chgData name="Irfan Sheikh" userId="d6584adb700a76b5" providerId="LiveId" clId="{2946418A-13DB-4BA3-A5A7-50128E36CA7D}" dt="2024-01-07T13:00:48.009" v="3" actId="931"/>
        <pc:sldMkLst>
          <pc:docMk/>
          <pc:sldMk cId="2154260670" sldId="287"/>
        </pc:sldMkLst>
        <pc:spChg chg="del">
          <ac:chgData name="Irfan Sheikh" userId="d6584adb700a76b5" providerId="LiveId" clId="{2946418A-13DB-4BA3-A5A7-50128E36CA7D}" dt="2024-01-07T13:00:42.813" v="2" actId="931"/>
          <ac:spMkLst>
            <pc:docMk/>
            <pc:sldMk cId="2154260670" sldId="287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07T13:00:48.009" v="3" actId="931"/>
          <ac:spMkLst>
            <pc:docMk/>
            <pc:sldMk cId="2154260670" sldId="287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07T13:00:42.813" v="2" actId="931"/>
          <ac:picMkLst>
            <pc:docMk/>
            <pc:sldMk cId="2154260670" sldId="287"/>
            <ac:picMk id="4" creationId="{58BAF3A6-DD5C-B39B-FA39-A9EED0346849}"/>
          </ac:picMkLst>
        </pc:picChg>
        <pc:picChg chg="add mod">
          <ac:chgData name="Irfan Sheikh" userId="d6584adb700a76b5" providerId="LiveId" clId="{2946418A-13DB-4BA3-A5A7-50128E36CA7D}" dt="2024-01-07T13:00:48.009" v="3" actId="931"/>
          <ac:picMkLst>
            <pc:docMk/>
            <pc:sldMk cId="2154260670" sldId="287"/>
            <ac:picMk id="8" creationId="{860E0ACF-A3DD-59B8-0E7B-6E6D1FC6DCC4}"/>
          </ac:picMkLst>
        </pc:picChg>
      </pc:sldChg>
      <pc:sldChg chg="addSp delSp modSp">
        <pc:chgData name="Irfan Sheikh" userId="d6584adb700a76b5" providerId="LiveId" clId="{2946418A-13DB-4BA3-A5A7-50128E36CA7D}" dt="2024-01-07T13:00:59.847" v="5" actId="931"/>
        <pc:sldMkLst>
          <pc:docMk/>
          <pc:sldMk cId="941229530" sldId="288"/>
        </pc:sldMkLst>
        <pc:spChg chg="del">
          <ac:chgData name="Irfan Sheikh" userId="d6584adb700a76b5" providerId="LiveId" clId="{2946418A-13DB-4BA3-A5A7-50128E36CA7D}" dt="2024-01-07T13:00:53.770" v="4" actId="931"/>
          <ac:spMkLst>
            <pc:docMk/>
            <pc:sldMk cId="941229530" sldId="288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07T13:00:59.847" v="5" actId="931"/>
          <ac:spMkLst>
            <pc:docMk/>
            <pc:sldMk cId="941229530" sldId="288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07T13:00:53.770" v="4" actId="931"/>
          <ac:picMkLst>
            <pc:docMk/>
            <pc:sldMk cId="941229530" sldId="288"/>
            <ac:picMk id="4" creationId="{AC76EA9C-4B2C-5DD7-2D84-E27CAFC80E62}"/>
          </ac:picMkLst>
        </pc:picChg>
        <pc:picChg chg="add mod">
          <ac:chgData name="Irfan Sheikh" userId="d6584adb700a76b5" providerId="LiveId" clId="{2946418A-13DB-4BA3-A5A7-50128E36CA7D}" dt="2024-01-07T13:00:59.847" v="5" actId="931"/>
          <ac:picMkLst>
            <pc:docMk/>
            <pc:sldMk cId="941229530" sldId="288"/>
            <ac:picMk id="8" creationId="{1E4EE4B9-EE2F-C0E1-FAD7-4409B5ECC4F6}"/>
          </ac:picMkLst>
        </pc:picChg>
      </pc:sldChg>
      <pc:sldChg chg="addSp delSp modSp mod">
        <pc:chgData name="Irfan Sheikh" userId="d6584adb700a76b5" providerId="LiveId" clId="{2946418A-13DB-4BA3-A5A7-50128E36CA7D}" dt="2024-01-09T04:23:28.859" v="19" actId="931"/>
        <pc:sldMkLst>
          <pc:docMk/>
          <pc:sldMk cId="3984198985" sldId="289"/>
        </pc:sldMkLst>
        <pc:spChg chg="mod">
          <ac:chgData name="Irfan Sheikh" userId="d6584adb700a76b5" providerId="LiveId" clId="{2946418A-13DB-4BA3-A5A7-50128E36CA7D}" dt="2024-01-09T04:21:02.085" v="11" actId="255"/>
          <ac:spMkLst>
            <pc:docMk/>
            <pc:sldMk cId="3984198985" sldId="289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09T04:23:21.343" v="18" actId="931"/>
          <ac:spMkLst>
            <pc:docMk/>
            <pc:sldMk cId="3984198985" sldId="289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09T04:23:28.859" v="19" actId="931"/>
          <ac:spMkLst>
            <pc:docMk/>
            <pc:sldMk cId="3984198985" sldId="289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09T04:23:21.343" v="18" actId="931"/>
          <ac:picMkLst>
            <pc:docMk/>
            <pc:sldMk cId="3984198985" sldId="289"/>
            <ac:picMk id="4" creationId="{2AC45534-1B34-BDD0-80A2-6BE4C88D3CD2}"/>
          </ac:picMkLst>
        </pc:picChg>
        <pc:picChg chg="add mod">
          <ac:chgData name="Irfan Sheikh" userId="d6584adb700a76b5" providerId="LiveId" clId="{2946418A-13DB-4BA3-A5A7-50128E36CA7D}" dt="2024-01-09T04:23:28.859" v="19" actId="931"/>
          <ac:picMkLst>
            <pc:docMk/>
            <pc:sldMk cId="3984198985" sldId="289"/>
            <ac:picMk id="8" creationId="{9FB99BA4-A295-25E2-5EDD-4CEC0895BBFC}"/>
          </ac:picMkLst>
        </pc:picChg>
      </pc:sldChg>
      <pc:sldChg chg="addSp delSp modSp add mod">
        <pc:chgData name="Irfan Sheikh" userId="d6584adb700a76b5" providerId="LiveId" clId="{2946418A-13DB-4BA3-A5A7-50128E36CA7D}" dt="2024-01-09T04:23:45.804" v="21" actId="931"/>
        <pc:sldMkLst>
          <pc:docMk/>
          <pc:sldMk cId="4030263053" sldId="290"/>
        </pc:sldMkLst>
        <pc:spChg chg="mod">
          <ac:chgData name="Irfan Sheikh" userId="d6584adb700a76b5" providerId="LiveId" clId="{2946418A-13DB-4BA3-A5A7-50128E36CA7D}" dt="2024-01-09T04:21:20.712" v="14" actId="255"/>
          <ac:spMkLst>
            <pc:docMk/>
            <pc:sldMk cId="4030263053" sldId="290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09T04:23:39.443" v="20" actId="931"/>
          <ac:spMkLst>
            <pc:docMk/>
            <pc:sldMk cId="4030263053" sldId="290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09T04:23:45.804" v="21" actId="931"/>
          <ac:spMkLst>
            <pc:docMk/>
            <pc:sldMk cId="4030263053" sldId="290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09T04:23:39.443" v="20" actId="931"/>
          <ac:picMkLst>
            <pc:docMk/>
            <pc:sldMk cId="4030263053" sldId="290"/>
            <ac:picMk id="4" creationId="{C62BBCC0-FC1A-1A3E-9870-3788A349F979}"/>
          </ac:picMkLst>
        </pc:picChg>
        <pc:picChg chg="add mod">
          <ac:chgData name="Irfan Sheikh" userId="d6584adb700a76b5" providerId="LiveId" clId="{2946418A-13DB-4BA3-A5A7-50128E36CA7D}" dt="2024-01-09T04:23:45.804" v="21" actId="931"/>
          <ac:picMkLst>
            <pc:docMk/>
            <pc:sldMk cId="4030263053" sldId="290"/>
            <ac:picMk id="8" creationId="{A6F5158A-7782-C075-33BE-E13FA9AE3BAC}"/>
          </ac:picMkLst>
        </pc:picChg>
      </pc:sldChg>
      <pc:sldChg chg="addSp delSp modSp add mod">
        <pc:chgData name="Irfan Sheikh" userId="d6584adb700a76b5" providerId="LiveId" clId="{2946418A-13DB-4BA3-A5A7-50128E36CA7D}" dt="2024-01-09T04:23:57.678" v="23" actId="931"/>
        <pc:sldMkLst>
          <pc:docMk/>
          <pc:sldMk cId="3336677282" sldId="291"/>
        </pc:sldMkLst>
        <pc:spChg chg="mod">
          <ac:chgData name="Irfan Sheikh" userId="d6584adb700a76b5" providerId="LiveId" clId="{2946418A-13DB-4BA3-A5A7-50128E36CA7D}" dt="2024-01-09T04:21:37.989" v="17" actId="255"/>
          <ac:spMkLst>
            <pc:docMk/>
            <pc:sldMk cId="3336677282" sldId="291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09T04:23:52.960" v="22" actId="931"/>
          <ac:spMkLst>
            <pc:docMk/>
            <pc:sldMk cId="3336677282" sldId="291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09T04:23:57.678" v="23" actId="931"/>
          <ac:spMkLst>
            <pc:docMk/>
            <pc:sldMk cId="3336677282" sldId="291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09T04:23:52.960" v="22" actId="931"/>
          <ac:picMkLst>
            <pc:docMk/>
            <pc:sldMk cId="3336677282" sldId="291"/>
            <ac:picMk id="4" creationId="{1BA41CDD-050F-CC26-6A26-07115884D1E2}"/>
          </ac:picMkLst>
        </pc:picChg>
        <pc:picChg chg="add mod">
          <ac:chgData name="Irfan Sheikh" userId="d6584adb700a76b5" providerId="LiveId" clId="{2946418A-13DB-4BA3-A5A7-50128E36CA7D}" dt="2024-01-09T04:23:57.678" v="23" actId="931"/>
          <ac:picMkLst>
            <pc:docMk/>
            <pc:sldMk cId="3336677282" sldId="291"/>
            <ac:picMk id="8" creationId="{7AABF094-4289-D3A9-136B-6328BDCA2D5B}"/>
          </ac:picMkLst>
        </pc:picChg>
      </pc:sldChg>
      <pc:sldChg chg="addSp delSp modSp add mod">
        <pc:chgData name="Irfan Sheikh" userId="d6584adb700a76b5" providerId="LiveId" clId="{2946418A-13DB-4BA3-A5A7-50128E36CA7D}" dt="2024-01-10T04:39:28.121" v="37" actId="931"/>
        <pc:sldMkLst>
          <pc:docMk/>
          <pc:sldMk cId="3708554815" sldId="292"/>
        </pc:sldMkLst>
        <pc:spChg chg="mod">
          <ac:chgData name="Irfan Sheikh" userId="d6584adb700a76b5" providerId="LiveId" clId="{2946418A-13DB-4BA3-A5A7-50128E36CA7D}" dt="2024-01-10T04:37:10.321" v="29" actId="255"/>
          <ac:spMkLst>
            <pc:docMk/>
            <pc:sldMk cId="3708554815" sldId="292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10T04:39:22.494" v="36" actId="931"/>
          <ac:spMkLst>
            <pc:docMk/>
            <pc:sldMk cId="3708554815" sldId="292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10T04:39:28.121" v="37" actId="931"/>
          <ac:spMkLst>
            <pc:docMk/>
            <pc:sldMk cId="3708554815" sldId="292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10T04:39:22.494" v="36" actId="931"/>
          <ac:picMkLst>
            <pc:docMk/>
            <pc:sldMk cId="3708554815" sldId="292"/>
            <ac:picMk id="4" creationId="{D5C11D5C-D74E-6057-866C-C13C072DAA04}"/>
          </ac:picMkLst>
        </pc:picChg>
        <pc:picChg chg="add mod">
          <ac:chgData name="Irfan Sheikh" userId="d6584adb700a76b5" providerId="LiveId" clId="{2946418A-13DB-4BA3-A5A7-50128E36CA7D}" dt="2024-01-10T04:39:28.121" v="37" actId="931"/>
          <ac:picMkLst>
            <pc:docMk/>
            <pc:sldMk cId="3708554815" sldId="292"/>
            <ac:picMk id="8" creationId="{348870CB-E1B9-E36A-763F-87CC40622B86}"/>
          </ac:picMkLst>
        </pc:picChg>
      </pc:sldChg>
      <pc:sldChg chg="addSp delSp modSp add mod">
        <pc:chgData name="Irfan Sheikh" userId="d6584adb700a76b5" providerId="LiveId" clId="{2946418A-13DB-4BA3-A5A7-50128E36CA7D}" dt="2024-01-10T04:39:42.124" v="39" actId="931"/>
        <pc:sldMkLst>
          <pc:docMk/>
          <pc:sldMk cId="844830540" sldId="293"/>
        </pc:sldMkLst>
        <pc:spChg chg="mod">
          <ac:chgData name="Irfan Sheikh" userId="d6584adb700a76b5" providerId="LiveId" clId="{2946418A-13DB-4BA3-A5A7-50128E36CA7D}" dt="2024-01-10T04:37:31.572" v="32" actId="255"/>
          <ac:spMkLst>
            <pc:docMk/>
            <pc:sldMk cId="844830540" sldId="293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10T04:39:36.680" v="38" actId="931"/>
          <ac:spMkLst>
            <pc:docMk/>
            <pc:sldMk cId="844830540" sldId="293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10T04:39:42.124" v="39" actId="931"/>
          <ac:spMkLst>
            <pc:docMk/>
            <pc:sldMk cId="844830540" sldId="293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10T04:39:36.680" v="38" actId="931"/>
          <ac:picMkLst>
            <pc:docMk/>
            <pc:sldMk cId="844830540" sldId="293"/>
            <ac:picMk id="4" creationId="{077BDB3A-E6F0-E484-2AD3-316F11EF5E8D}"/>
          </ac:picMkLst>
        </pc:picChg>
        <pc:picChg chg="add mod">
          <ac:chgData name="Irfan Sheikh" userId="d6584adb700a76b5" providerId="LiveId" clId="{2946418A-13DB-4BA3-A5A7-50128E36CA7D}" dt="2024-01-10T04:39:42.124" v="39" actId="931"/>
          <ac:picMkLst>
            <pc:docMk/>
            <pc:sldMk cId="844830540" sldId="293"/>
            <ac:picMk id="8" creationId="{6ED1C417-9ABC-03A2-F1D7-C21B74A2D222}"/>
          </ac:picMkLst>
        </pc:picChg>
      </pc:sldChg>
      <pc:sldChg chg="addSp delSp modSp add mod">
        <pc:chgData name="Irfan Sheikh" userId="d6584adb700a76b5" providerId="LiveId" clId="{2946418A-13DB-4BA3-A5A7-50128E36CA7D}" dt="2024-01-10T04:39:58.625" v="41" actId="931"/>
        <pc:sldMkLst>
          <pc:docMk/>
          <pc:sldMk cId="2669409539" sldId="294"/>
        </pc:sldMkLst>
        <pc:spChg chg="mod">
          <ac:chgData name="Irfan Sheikh" userId="d6584adb700a76b5" providerId="LiveId" clId="{2946418A-13DB-4BA3-A5A7-50128E36CA7D}" dt="2024-01-10T04:37:51.550" v="35" actId="255"/>
          <ac:spMkLst>
            <pc:docMk/>
            <pc:sldMk cId="2669409539" sldId="294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10T04:39:48.399" v="40" actId="931"/>
          <ac:spMkLst>
            <pc:docMk/>
            <pc:sldMk cId="2669409539" sldId="294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10T04:39:58.625" v="41" actId="931"/>
          <ac:spMkLst>
            <pc:docMk/>
            <pc:sldMk cId="2669409539" sldId="294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10T04:39:48.399" v="40" actId="931"/>
          <ac:picMkLst>
            <pc:docMk/>
            <pc:sldMk cId="2669409539" sldId="294"/>
            <ac:picMk id="4" creationId="{35C55B01-F285-E253-7E4A-E444EC3F330C}"/>
          </ac:picMkLst>
        </pc:picChg>
        <pc:picChg chg="add mod">
          <ac:chgData name="Irfan Sheikh" userId="d6584adb700a76b5" providerId="LiveId" clId="{2946418A-13DB-4BA3-A5A7-50128E36CA7D}" dt="2024-01-10T04:39:58.625" v="41" actId="931"/>
          <ac:picMkLst>
            <pc:docMk/>
            <pc:sldMk cId="2669409539" sldId="294"/>
            <ac:picMk id="8" creationId="{8E221CDD-107F-F53F-6C28-9637AE4A91E3}"/>
          </ac:picMkLst>
        </pc:picChg>
      </pc:sldChg>
      <pc:sldChg chg="addSp delSp modSp add mod">
        <pc:chgData name="Irfan Sheikh" userId="d6584adb700a76b5" providerId="LiveId" clId="{2946418A-13DB-4BA3-A5A7-50128E36CA7D}" dt="2024-01-10T15:33:04.472" v="55" actId="931"/>
        <pc:sldMkLst>
          <pc:docMk/>
          <pc:sldMk cId="204431972" sldId="295"/>
        </pc:sldMkLst>
        <pc:spChg chg="mod">
          <ac:chgData name="Irfan Sheikh" userId="d6584adb700a76b5" providerId="LiveId" clId="{2946418A-13DB-4BA3-A5A7-50128E36CA7D}" dt="2024-01-10T15:30:35.968" v="47" actId="255"/>
          <ac:spMkLst>
            <pc:docMk/>
            <pc:sldMk cId="204431972" sldId="295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10T15:32:49.991" v="54" actId="931"/>
          <ac:spMkLst>
            <pc:docMk/>
            <pc:sldMk cId="204431972" sldId="295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10T15:33:04.472" v="55" actId="931"/>
          <ac:spMkLst>
            <pc:docMk/>
            <pc:sldMk cId="204431972" sldId="295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10T15:32:49.991" v="54" actId="931"/>
          <ac:picMkLst>
            <pc:docMk/>
            <pc:sldMk cId="204431972" sldId="295"/>
            <ac:picMk id="4" creationId="{74CC5030-2998-42C3-0620-B18C197624D4}"/>
          </ac:picMkLst>
        </pc:picChg>
        <pc:picChg chg="add mod">
          <ac:chgData name="Irfan Sheikh" userId="d6584adb700a76b5" providerId="LiveId" clId="{2946418A-13DB-4BA3-A5A7-50128E36CA7D}" dt="2024-01-10T15:33:04.472" v="55" actId="931"/>
          <ac:picMkLst>
            <pc:docMk/>
            <pc:sldMk cId="204431972" sldId="295"/>
            <ac:picMk id="8" creationId="{A27BCD70-346B-8A54-1B34-BAF8E7F16837}"/>
          </ac:picMkLst>
        </pc:picChg>
      </pc:sldChg>
      <pc:sldChg chg="addSp delSp modSp add mod">
        <pc:chgData name="Irfan Sheikh" userId="d6584adb700a76b5" providerId="LiveId" clId="{2946418A-13DB-4BA3-A5A7-50128E36CA7D}" dt="2024-01-10T15:33:18.293" v="57" actId="931"/>
        <pc:sldMkLst>
          <pc:docMk/>
          <pc:sldMk cId="1299253864" sldId="296"/>
        </pc:sldMkLst>
        <pc:spChg chg="mod">
          <ac:chgData name="Irfan Sheikh" userId="d6584adb700a76b5" providerId="LiveId" clId="{2946418A-13DB-4BA3-A5A7-50128E36CA7D}" dt="2024-01-10T15:30:56.515" v="50" actId="255"/>
          <ac:spMkLst>
            <pc:docMk/>
            <pc:sldMk cId="1299253864" sldId="296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10T15:33:12.995" v="56" actId="931"/>
          <ac:spMkLst>
            <pc:docMk/>
            <pc:sldMk cId="1299253864" sldId="296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10T15:33:18.293" v="57" actId="931"/>
          <ac:spMkLst>
            <pc:docMk/>
            <pc:sldMk cId="1299253864" sldId="296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10T15:33:12.995" v="56" actId="931"/>
          <ac:picMkLst>
            <pc:docMk/>
            <pc:sldMk cId="1299253864" sldId="296"/>
            <ac:picMk id="4" creationId="{B7148C2B-415A-7A1F-4180-3A30292CAC29}"/>
          </ac:picMkLst>
        </pc:picChg>
        <pc:picChg chg="add mod">
          <ac:chgData name="Irfan Sheikh" userId="d6584adb700a76b5" providerId="LiveId" clId="{2946418A-13DB-4BA3-A5A7-50128E36CA7D}" dt="2024-01-10T15:33:18.293" v="57" actId="931"/>
          <ac:picMkLst>
            <pc:docMk/>
            <pc:sldMk cId="1299253864" sldId="296"/>
            <ac:picMk id="8" creationId="{FFE36555-3409-5280-12B1-5D21E7B5DA0F}"/>
          </ac:picMkLst>
        </pc:picChg>
      </pc:sldChg>
      <pc:sldChg chg="addSp delSp modSp add mod">
        <pc:chgData name="Irfan Sheikh" userId="d6584adb700a76b5" providerId="LiveId" clId="{2946418A-13DB-4BA3-A5A7-50128E36CA7D}" dt="2024-01-10T15:33:32.604" v="59" actId="931"/>
        <pc:sldMkLst>
          <pc:docMk/>
          <pc:sldMk cId="3652295507" sldId="297"/>
        </pc:sldMkLst>
        <pc:spChg chg="mod">
          <ac:chgData name="Irfan Sheikh" userId="d6584adb700a76b5" providerId="LiveId" clId="{2946418A-13DB-4BA3-A5A7-50128E36CA7D}" dt="2024-01-10T15:31:16.425" v="53" actId="255"/>
          <ac:spMkLst>
            <pc:docMk/>
            <pc:sldMk cId="3652295507" sldId="297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10T15:33:25.422" v="58" actId="931"/>
          <ac:spMkLst>
            <pc:docMk/>
            <pc:sldMk cId="3652295507" sldId="297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10T15:33:32.604" v="59" actId="931"/>
          <ac:spMkLst>
            <pc:docMk/>
            <pc:sldMk cId="3652295507" sldId="297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10T15:33:25.422" v="58" actId="931"/>
          <ac:picMkLst>
            <pc:docMk/>
            <pc:sldMk cId="3652295507" sldId="297"/>
            <ac:picMk id="4" creationId="{BE72869C-ABE6-4875-3D4F-0C3BEA9E10CD}"/>
          </ac:picMkLst>
        </pc:picChg>
        <pc:picChg chg="add mod">
          <ac:chgData name="Irfan Sheikh" userId="d6584adb700a76b5" providerId="LiveId" clId="{2946418A-13DB-4BA3-A5A7-50128E36CA7D}" dt="2024-01-10T15:33:32.604" v="59" actId="931"/>
          <ac:picMkLst>
            <pc:docMk/>
            <pc:sldMk cId="3652295507" sldId="297"/>
            <ac:picMk id="8" creationId="{B880ABC2-9FDD-C454-356E-C755C67A9E3E}"/>
          </ac:picMkLst>
        </pc:picChg>
      </pc:sldChg>
      <pc:sldChg chg="addSp delSp modSp add mod">
        <pc:chgData name="Irfan Sheikh" userId="d6584adb700a76b5" providerId="LiveId" clId="{2946418A-13DB-4BA3-A5A7-50128E36CA7D}" dt="2024-01-21T11:21:20.336" v="158" actId="931"/>
        <pc:sldMkLst>
          <pc:docMk/>
          <pc:sldMk cId="3889954017" sldId="298"/>
        </pc:sldMkLst>
        <pc:spChg chg="mod">
          <ac:chgData name="Irfan Sheikh" userId="d6584adb700a76b5" providerId="LiveId" clId="{2946418A-13DB-4BA3-A5A7-50128E36CA7D}" dt="2024-01-11T15:26:03.644" v="65" actId="255"/>
          <ac:spMkLst>
            <pc:docMk/>
            <pc:sldMk cId="3889954017" sldId="298"/>
            <ac:spMk id="3" creationId="{D0ECBBE1-74A2-4606-4274-0739520D1EB0}"/>
          </ac:spMkLst>
        </pc:spChg>
        <pc:spChg chg="add del mod">
          <ac:chgData name="Irfan Sheikh" userId="d6584adb700a76b5" providerId="LiveId" clId="{2946418A-13DB-4BA3-A5A7-50128E36CA7D}" dt="2024-01-21T11:21:08.385" v="157" actId="931"/>
          <ac:spMkLst>
            <pc:docMk/>
            <pc:sldMk cId="3889954017" sldId="298"/>
            <ac:spMk id="5" creationId="{6998470B-8B98-EC0F-78B1-324A7C40A5C6}"/>
          </ac:spMkLst>
        </pc:spChg>
        <pc:spChg chg="del">
          <ac:chgData name="Irfan Sheikh" userId="d6584adb700a76b5" providerId="LiveId" clId="{2946418A-13DB-4BA3-A5A7-50128E36CA7D}" dt="2024-01-11T15:28:03.637" v="72" actId="931"/>
          <ac:spMkLst>
            <pc:docMk/>
            <pc:sldMk cId="3889954017" sldId="298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11T15:28:09.730" v="73" actId="931"/>
          <ac:spMkLst>
            <pc:docMk/>
            <pc:sldMk cId="3889954017" sldId="298"/>
            <ac:spMk id="7" creationId="{52156AA8-2EE1-1736-C21D-4546ABFDC773}"/>
          </ac:spMkLst>
        </pc:spChg>
        <pc:spChg chg="add del mod">
          <ac:chgData name="Irfan Sheikh" userId="d6584adb700a76b5" providerId="LiveId" clId="{2946418A-13DB-4BA3-A5A7-50128E36CA7D}" dt="2024-01-21T11:21:20.336" v="158" actId="931"/>
          <ac:spMkLst>
            <pc:docMk/>
            <pc:sldMk cId="3889954017" sldId="298"/>
            <ac:spMk id="7" creationId="{925DDE34-D91F-DD29-AAB7-0136801AF0EA}"/>
          </ac:spMkLst>
        </pc:spChg>
        <pc:picChg chg="add del mod">
          <ac:chgData name="Irfan Sheikh" userId="d6584adb700a76b5" providerId="LiveId" clId="{2946418A-13DB-4BA3-A5A7-50128E36CA7D}" dt="2024-01-21T11:20:14.949" v="153" actId="21"/>
          <ac:picMkLst>
            <pc:docMk/>
            <pc:sldMk cId="3889954017" sldId="298"/>
            <ac:picMk id="4" creationId="{A0430A93-CDBA-7764-2A02-314250552B47}"/>
          </ac:picMkLst>
        </pc:picChg>
        <pc:picChg chg="add del mod">
          <ac:chgData name="Irfan Sheikh" userId="d6584adb700a76b5" providerId="LiveId" clId="{2946418A-13DB-4BA3-A5A7-50128E36CA7D}" dt="2024-01-21T11:20:33.590" v="155" actId="21"/>
          <ac:picMkLst>
            <pc:docMk/>
            <pc:sldMk cId="3889954017" sldId="298"/>
            <ac:picMk id="8" creationId="{CCD995AE-CEA4-0512-7A6B-ECE73D84D8AF}"/>
          </ac:picMkLst>
        </pc:picChg>
        <pc:picChg chg="add mod">
          <ac:chgData name="Irfan Sheikh" userId="d6584adb700a76b5" providerId="LiveId" clId="{2946418A-13DB-4BA3-A5A7-50128E36CA7D}" dt="2024-01-21T11:21:08.385" v="157" actId="931"/>
          <ac:picMkLst>
            <pc:docMk/>
            <pc:sldMk cId="3889954017" sldId="298"/>
            <ac:picMk id="10" creationId="{53D44E4B-248D-825B-741F-72C0AA6FDC60}"/>
          </ac:picMkLst>
        </pc:picChg>
        <pc:picChg chg="add mod">
          <ac:chgData name="Irfan Sheikh" userId="d6584adb700a76b5" providerId="LiveId" clId="{2946418A-13DB-4BA3-A5A7-50128E36CA7D}" dt="2024-01-21T11:21:20.336" v="158" actId="931"/>
          <ac:picMkLst>
            <pc:docMk/>
            <pc:sldMk cId="3889954017" sldId="298"/>
            <ac:picMk id="12" creationId="{E3F86DD2-A494-506B-3342-EBAC2612058E}"/>
          </ac:picMkLst>
        </pc:picChg>
      </pc:sldChg>
      <pc:sldChg chg="addSp delSp modSp add mod">
        <pc:chgData name="Irfan Sheikh" userId="d6584adb700a76b5" providerId="LiveId" clId="{2946418A-13DB-4BA3-A5A7-50128E36CA7D}" dt="2024-01-11T15:28:31.592" v="75" actId="931"/>
        <pc:sldMkLst>
          <pc:docMk/>
          <pc:sldMk cId="120865669" sldId="299"/>
        </pc:sldMkLst>
        <pc:spChg chg="mod">
          <ac:chgData name="Irfan Sheikh" userId="d6584adb700a76b5" providerId="LiveId" clId="{2946418A-13DB-4BA3-A5A7-50128E36CA7D}" dt="2024-01-11T15:26:20.546" v="68" actId="255"/>
          <ac:spMkLst>
            <pc:docMk/>
            <pc:sldMk cId="120865669" sldId="299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11T15:28:17.722" v="74" actId="931"/>
          <ac:spMkLst>
            <pc:docMk/>
            <pc:sldMk cId="120865669" sldId="299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11T15:28:31.592" v="75" actId="931"/>
          <ac:spMkLst>
            <pc:docMk/>
            <pc:sldMk cId="120865669" sldId="299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11T15:28:17.722" v="74" actId="931"/>
          <ac:picMkLst>
            <pc:docMk/>
            <pc:sldMk cId="120865669" sldId="299"/>
            <ac:picMk id="4" creationId="{43F5DB4A-B6FF-ADC3-1AD0-FA76185CA15D}"/>
          </ac:picMkLst>
        </pc:picChg>
        <pc:picChg chg="add mod">
          <ac:chgData name="Irfan Sheikh" userId="d6584adb700a76b5" providerId="LiveId" clId="{2946418A-13DB-4BA3-A5A7-50128E36CA7D}" dt="2024-01-11T15:28:31.592" v="75" actId="931"/>
          <ac:picMkLst>
            <pc:docMk/>
            <pc:sldMk cId="120865669" sldId="299"/>
            <ac:picMk id="8" creationId="{BD7E90B8-BCB6-52C0-05DA-F45920821CE2}"/>
          </ac:picMkLst>
        </pc:picChg>
      </pc:sldChg>
      <pc:sldChg chg="addSp delSp modSp add mod">
        <pc:chgData name="Irfan Sheikh" userId="d6584adb700a76b5" providerId="LiveId" clId="{2946418A-13DB-4BA3-A5A7-50128E36CA7D}" dt="2024-01-11T15:28:48.355" v="77" actId="931"/>
        <pc:sldMkLst>
          <pc:docMk/>
          <pc:sldMk cId="3305357954" sldId="300"/>
        </pc:sldMkLst>
        <pc:spChg chg="mod">
          <ac:chgData name="Irfan Sheikh" userId="d6584adb700a76b5" providerId="LiveId" clId="{2946418A-13DB-4BA3-A5A7-50128E36CA7D}" dt="2024-01-11T15:26:41.160" v="71" actId="255"/>
          <ac:spMkLst>
            <pc:docMk/>
            <pc:sldMk cId="3305357954" sldId="300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11T15:28:40.929" v="76" actId="931"/>
          <ac:spMkLst>
            <pc:docMk/>
            <pc:sldMk cId="3305357954" sldId="300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11T15:28:48.355" v="77" actId="931"/>
          <ac:spMkLst>
            <pc:docMk/>
            <pc:sldMk cId="3305357954" sldId="300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11T15:28:40.929" v="76" actId="931"/>
          <ac:picMkLst>
            <pc:docMk/>
            <pc:sldMk cId="3305357954" sldId="300"/>
            <ac:picMk id="4" creationId="{C677FED1-1F73-0614-0B28-47C00B5C450D}"/>
          </ac:picMkLst>
        </pc:picChg>
        <pc:picChg chg="add mod">
          <ac:chgData name="Irfan Sheikh" userId="d6584adb700a76b5" providerId="LiveId" clId="{2946418A-13DB-4BA3-A5A7-50128E36CA7D}" dt="2024-01-11T15:28:48.355" v="77" actId="931"/>
          <ac:picMkLst>
            <pc:docMk/>
            <pc:sldMk cId="3305357954" sldId="300"/>
            <ac:picMk id="8" creationId="{BC37AE9C-3AB4-A660-041A-4A43C873726F}"/>
          </ac:picMkLst>
        </pc:picChg>
      </pc:sldChg>
      <pc:sldChg chg="addSp delSp modSp add mod">
        <pc:chgData name="Irfan Sheikh" userId="d6584adb700a76b5" providerId="LiveId" clId="{2946418A-13DB-4BA3-A5A7-50128E36CA7D}" dt="2024-01-13T06:09:07.596" v="91" actId="931"/>
        <pc:sldMkLst>
          <pc:docMk/>
          <pc:sldMk cId="379500013" sldId="301"/>
        </pc:sldMkLst>
        <pc:spChg chg="mod">
          <ac:chgData name="Irfan Sheikh" userId="d6584adb700a76b5" providerId="LiveId" clId="{2946418A-13DB-4BA3-A5A7-50128E36CA7D}" dt="2024-01-13T06:06:45.296" v="83" actId="255"/>
          <ac:spMkLst>
            <pc:docMk/>
            <pc:sldMk cId="379500013" sldId="301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13T06:09:02.943" v="90" actId="931"/>
          <ac:spMkLst>
            <pc:docMk/>
            <pc:sldMk cId="379500013" sldId="301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13T06:09:07.596" v="91" actId="931"/>
          <ac:spMkLst>
            <pc:docMk/>
            <pc:sldMk cId="379500013" sldId="301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13T06:09:02.943" v="90" actId="931"/>
          <ac:picMkLst>
            <pc:docMk/>
            <pc:sldMk cId="379500013" sldId="301"/>
            <ac:picMk id="4" creationId="{7E1343B7-AA41-5B19-55AD-3A3A3CC67C53}"/>
          </ac:picMkLst>
        </pc:picChg>
        <pc:picChg chg="add mod">
          <ac:chgData name="Irfan Sheikh" userId="d6584adb700a76b5" providerId="LiveId" clId="{2946418A-13DB-4BA3-A5A7-50128E36CA7D}" dt="2024-01-13T06:09:07.596" v="91" actId="931"/>
          <ac:picMkLst>
            <pc:docMk/>
            <pc:sldMk cId="379500013" sldId="301"/>
            <ac:picMk id="8" creationId="{ABDF7275-9B5A-037F-11D9-FA592EAFA935}"/>
          </ac:picMkLst>
        </pc:picChg>
      </pc:sldChg>
      <pc:sldChg chg="addSp delSp modSp add mod">
        <pc:chgData name="Irfan Sheikh" userId="d6584adb700a76b5" providerId="LiveId" clId="{2946418A-13DB-4BA3-A5A7-50128E36CA7D}" dt="2024-01-13T06:09:19.101" v="93" actId="931"/>
        <pc:sldMkLst>
          <pc:docMk/>
          <pc:sldMk cId="2821998813" sldId="302"/>
        </pc:sldMkLst>
        <pc:spChg chg="mod">
          <ac:chgData name="Irfan Sheikh" userId="d6584adb700a76b5" providerId="LiveId" clId="{2946418A-13DB-4BA3-A5A7-50128E36CA7D}" dt="2024-01-13T06:07:06.656" v="86" actId="255"/>
          <ac:spMkLst>
            <pc:docMk/>
            <pc:sldMk cId="2821998813" sldId="302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13T06:09:14.147" v="92" actId="931"/>
          <ac:spMkLst>
            <pc:docMk/>
            <pc:sldMk cId="2821998813" sldId="302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13T06:09:19.101" v="93" actId="931"/>
          <ac:spMkLst>
            <pc:docMk/>
            <pc:sldMk cId="2821998813" sldId="302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13T06:09:14.147" v="92" actId="931"/>
          <ac:picMkLst>
            <pc:docMk/>
            <pc:sldMk cId="2821998813" sldId="302"/>
            <ac:picMk id="4" creationId="{FE386108-DCBB-D599-5E6F-85B1D50860D6}"/>
          </ac:picMkLst>
        </pc:picChg>
        <pc:picChg chg="add mod">
          <ac:chgData name="Irfan Sheikh" userId="d6584adb700a76b5" providerId="LiveId" clId="{2946418A-13DB-4BA3-A5A7-50128E36CA7D}" dt="2024-01-13T06:09:19.101" v="93" actId="931"/>
          <ac:picMkLst>
            <pc:docMk/>
            <pc:sldMk cId="2821998813" sldId="302"/>
            <ac:picMk id="8" creationId="{12D17EBA-A554-6112-C721-B6C3D1C04719}"/>
          </ac:picMkLst>
        </pc:picChg>
      </pc:sldChg>
      <pc:sldChg chg="addSp delSp modSp add mod">
        <pc:chgData name="Irfan Sheikh" userId="d6584adb700a76b5" providerId="LiveId" clId="{2946418A-13DB-4BA3-A5A7-50128E36CA7D}" dt="2024-01-21T11:20:40.060" v="156"/>
        <pc:sldMkLst>
          <pc:docMk/>
          <pc:sldMk cId="610577434" sldId="303"/>
        </pc:sldMkLst>
        <pc:spChg chg="mod">
          <ac:chgData name="Irfan Sheikh" userId="d6584adb700a76b5" providerId="LiveId" clId="{2946418A-13DB-4BA3-A5A7-50128E36CA7D}" dt="2024-01-13T06:07:27.124" v="89" actId="255"/>
          <ac:spMkLst>
            <pc:docMk/>
            <pc:sldMk cId="610577434" sldId="303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21T11:20:27.725" v="154"/>
          <ac:spMkLst>
            <pc:docMk/>
            <pc:sldMk cId="610577434" sldId="303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20:40.060" v="156"/>
          <ac:spMkLst>
            <pc:docMk/>
            <pc:sldMk cId="610577434" sldId="303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20:27.725" v="154"/>
          <ac:picMkLst>
            <pc:docMk/>
            <pc:sldMk cId="610577434" sldId="303"/>
            <ac:picMk id="4" creationId="{A0430A93-CDBA-7764-2A02-314250552B47}"/>
          </ac:picMkLst>
        </pc:picChg>
        <pc:picChg chg="add mod">
          <ac:chgData name="Irfan Sheikh" userId="d6584adb700a76b5" providerId="LiveId" clId="{2946418A-13DB-4BA3-A5A7-50128E36CA7D}" dt="2024-01-21T11:20:40.060" v="156"/>
          <ac:picMkLst>
            <pc:docMk/>
            <pc:sldMk cId="610577434" sldId="303"/>
            <ac:picMk id="8" creationId="{CCD995AE-CEA4-0512-7A6B-ECE73D84D8AF}"/>
          </ac:picMkLst>
        </pc:picChg>
      </pc:sldChg>
      <pc:sldChg chg="addSp delSp modSp add mod">
        <pc:chgData name="Irfan Sheikh" userId="d6584adb700a76b5" providerId="LiveId" clId="{2946418A-13DB-4BA3-A5A7-50128E36CA7D}" dt="2024-01-18T05:08:36.832" v="121" actId="931"/>
        <pc:sldMkLst>
          <pc:docMk/>
          <pc:sldMk cId="3703930502" sldId="304"/>
        </pc:sldMkLst>
        <pc:spChg chg="mod">
          <ac:chgData name="Irfan Sheikh" userId="d6584adb700a76b5" providerId="LiveId" clId="{2946418A-13DB-4BA3-A5A7-50128E36CA7D}" dt="2024-01-18T05:01:01.403" v="103" actId="255"/>
          <ac:spMkLst>
            <pc:docMk/>
            <pc:sldMk cId="3703930502" sldId="304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18T05:08:31.448" v="120" actId="931"/>
          <ac:spMkLst>
            <pc:docMk/>
            <pc:sldMk cId="3703930502" sldId="304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18T05:08:36.832" v="121" actId="931"/>
          <ac:spMkLst>
            <pc:docMk/>
            <pc:sldMk cId="3703930502" sldId="304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18T05:08:31.448" v="120" actId="931"/>
          <ac:picMkLst>
            <pc:docMk/>
            <pc:sldMk cId="3703930502" sldId="304"/>
            <ac:picMk id="4" creationId="{744569DE-6E87-A963-947F-C1C69B99D24D}"/>
          </ac:picMkLst>
        </pc:picChg>
        <pc:picChg chg="add mod">
          <ac:chgData name="Irfan Sheikh" userId="d6584adb700a76b5" providerId="LiveId" clId="{2946418A-13DB-4BA3-A5A7-50128E36CA7D}" dt="2024-01-18T05:08:36.832" v="121" actId="931"/>
          <ac:picMkLst>
            <pc:docMk/>
            <pc:sldMk cId="3703930502" sldId="304"/>
            <ac:picMk id="8" creationId="{61997B22-79AF-20CD-A1DC-A86DA3553A41}"/>
          </ac:picMkLst>
        </pc:picChg>
      </pc:sldChg>
      <pc:sldChg chg="addSp delSp modSp add mod">
        <pc:chgData name="Irfan Sheikh" userId="d6584adb700a76b5" providerId="LiveId" clId="{2946418A-13DB-4BA3-A5A7-50128E36CA7D}" dt="2024-01-18T05:09:01.061" v="125" actId="931"/>
        <pc:sldMkLst>
          <pc:docMk/>
          <pc:sldMk cId="3701819717" sldId="305"/>
        </pc:sldMkLst>
        <pc:spChg chg="mod">
          <ac:chgData name="Irfan Sheikh" userId="d6584adb700a76b5" providerId="LiveId" clId="{2946418A-13DB-4BA3-A5A7-50128E36CA7D}" dt="2024-01-18T05:01:42.705" v="109" actId="255"/>
          <ac:spMkLst>
            <pc:docMk/>
            <pc:sldMk cId="3701819717" sldId="305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18T05:08:55.194" v="124" actId="931"/>
          <ac:spMkLst>
            <pc:docMk/>
            <pc:sldMk cId="3701819717" sldId="305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18T05:09:01.061" v="125" actId="931"/>
          <ac:spMkLst>
            <pc:docMk/>
            <pc:sldMk cId="3701819717" sldId="305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18T05:08:55.194" v="124" actId="931"/>
          <ac:picMkLst>
            <pc:docMk/>
            <pc:sldMk cId="3701819717" sldId="305"/>
            <ac:picMk id="4" creationId="{D1C2B8F5-7FD1-B1F4-F7EE-FE4824BED936}"/>
          </ac:picMkLst>
        </pc:picChg>
        <pc:picChg chg="add mod">
          <ac:chgData name="Irfan Sheikh" userId="d6584adb700a76b5" providerId="LiveId" clId="{2946418A-13DB-4BA3-A5A7-50128E36CA7D}" dt="2024-01-18T05:09:01.061" v="125" actId="931"/>
          <ac:picMkLst>
            <pc:docMk/>
            <pc:sldMk cId="3701819717" sldId="305"/>
            <ac:picMk id="8" creationId="{5BF0BB2A-7977-2913-49E9-2E6E3D00D27F}"/>
          </ac:picMkLst>
        </pc:picChg>
      </pc:sldChg>
      <pc:sldChg chg="addSp delSp modSp add mod">
        <pc:chgData name="Irfan Sheikh" userId="d6584adb700a76b5" providerId="LiveId" clId="{2946418A-13DB-4BA3-A5A7-50128E36CA7D}" dt="2024-01-18T05:10:55.472" v="127" actId="931"/>
        <pc:sldMkLst>
          <pc:docMk/>
          <pc:sldMk cId="2032959111" sldId="306"/>
        </pc:sldMkLst>
        <pc:spChg chg="mod">
          <ac:chgData name="Irfan Sheikh" userId="d6584adb700a76b5" providerId="LiveId" clId="{2946418A-13DB-4BA3-A5A7-50128E36CA7D}" dt="2024-01-18T05:02:09.789" v="112" actId="255"/>
          <ac:spMkLst>
            <pc:docMk/>
            <pc:sldMk cId="2032959111" sldId="306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18T05:10:50.026" v="126" actId="931"/>
          <ac:spMkLst>
            <pc:docMk/>
            <pc:sldMk cId="2032959111" sldId="306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18T05:10:55.472" v="127" actId="931"/>
          <ac:spMkLst>
            <pc:docMk/>
            <pc:sldMk cId="2032959111" sldId="306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18T05:10:50.026" v="126" actId="931"/>
          <ac:picMkLst>
            <pc:docMk/>
            <pc:sldMk cId="2032959111" sldId="306"/>
            <ac:picMk id="4" creationId="{28816999-A9EA-DFED-D6CC-E372A06C2C2A}"/>
          </ac:picMkLst>
        </pc:picChg>
        <pc:picChg chg="add mod">
          <ac:chgData name="Irfan Sheikh" userId="d6584adb700a76b5" providerId="LiveId" clId="{2946418A-13DB-4BA3-A5A7-50128E36CA7D}" dt="2024-01-18T05:10:55.472" v="127" actId="931"/>
          <ac:picMkLst>
            <pc:docMk/>
            <pc:sldMk cId="2032959111" sldId="306"/>
            <ac:picMk id="8" creationId="{0DA5E2B1-65AE-17A5-51DC-F240E8390C7B}"/>
          </ac:picMkLst>
        </pc:picChg>
      </pc:sldChg>
      <pc:sldChg chg="addSp delSp modSp add mod">
        <pc:chgData name="Irfan Sheikh" userId="d6584adb700a76b5" providerId="LiveId" clId="{2946418A-13DB-4BA3-A5A7-50128E36CA7D}" dt="2024-01-18T05:11:10.061" v="129" actId="931"/>
        <pc:sldMkLst>
          <pc:docMk/>
          <pc:sldMk cId="1371703110" sldId="307"/>
        </pc:sldMkLst>
        <pc:spChg chg="mod">
          <ac:chgData name="Irfan Sheikh" userId="d6584adb700a76b5" providerId="LiveId" clId="{2946418A-13DB-4BA3-A5A7-50128E36CA7D}" dt="2024-01-18T05:02:29.922" v="115" actId="255"/>
          <ac:spMkLst>
            <pc:docMk/>
            <pc:sldMk cId="1371703110" sldId="307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18T05:11:03.036" v="128" actId="931"/>
          <ac:spMkLst>
            <pc:docMk/>
            <pc:sldMk cId="1371703110" sldId="307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18T05:11:10.061" v="129" actId="931"/>
          <ac:spMkLst>
            <pc:docMk/>
            <pc:sldMk cId="1371703110" sldId="307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18T05:11:03.036" v="128" actId="931"/>
          <ac:picMkLst>
            <pc:docMk/>
            <pc:sldMk cId="1371703110" sldId="307"/>
            <ac:picMk id="4" creationId="{C5D1EA92-15F8-0EC8-600F-D64BE8C67E77}"/>
          </ac:picMkLst>
        </pc:picChg>
        <pc:picChg chg="add mod">
          <ac:chgData name="Irfan Sheikh" userId="d6584adb700a76b5" providerId="LiveId" clId="{2946418A-13DB-4BA3-A5A7-50128E36CA7D}" dt="2024-01-18T05:11:10.061" v="129" actId="931"/>
          <ac:picMkLst>
            <pc:docMk/>
            <pc:sldMk cId="1371703110" sldId="307"/>
            <ac:picMk id="8" creationId="{14D35159-5D50-CCF0-A663-06FD75B5D582}"/>
          </ac:picMkLst>
        </pc:picChg>
      </pc:sldChg>
      <pc:sldChg chg="addSp delSp modSp add mod">
        <pc:chgData name="Irfan Sheikh" userId="d6584adb700a76b5" providerId="LiveId" clId="{2946418A-13DB-4BA3-A5A7-50128E36CA7D}" dt="2024-01-18T05:11:26.520" v="131" actId="931"/>
        <pc:sldMkLst>
          <pc:docMk/>
          <pc:sldMk cId="3952171804" sldId="308"/>
        </pc:sldMkLst>
        <pc:spChg chg="mod">
          <ac:chgData name="Irfan Sheikh" userId="d6584adb700a76b5" providerId="LiveId" clId="{2946418A-13DB-4BA3-A5A7-50128E36CA7D}" dt="2024-01-18T05:02:52.393" v="118" actId="255"/>
          <ac:spMkLst>
            <pc:docMk/>
            <pc:sldMk cId="3952171804" sldId="308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18T05:11:17.800" v="130" actId="931"/>
          <ac:spMkLst>
            <pc:docMk/>
            <pc:sldMk cId="3952171804" sldId="308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18T05:11:26.520" v="131" actId="931"/>
          <ac:spMkLst>
            <pc:docMk/>
            <pc:sldMk cId="3952171804" sldId="308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18T05:11:17.800" v="130" actId="931"/>
          <ac:picMkLst>
            <pc:docMk/>
            <pc:sldMk cId="3952171804" sldId="308"/>
            <ac:picMk id="4" creationId="{7F9E3BDD-A721-5A44-E561-A66E2BA39436}"/>
          </ac:picMkLst>
        </pc:picChg>
        <pc:picChg chg="add mod">
          <ac:chgData name="Irfan Sheikh" userId="d6584adb700a76b5" providerId="LiveId" clId="{2946418A-13DB-4BA3-A5A7-50128E36CA7D}" dt="2024-01-18T05:11:26.520" v="131" actId="931"/>
          <ac:picMkLst>
            <pc:docMk/>
            <pc:sldMk cId="3952171804" sldId="308"/>
            <ac:picMk id="8" creationId="{2C7A4784-354C-4F2E-52D4-A8E5B146D3AA}"/>
          </ac:picMkLst>
        </pc:picChg>
      </pc:sldChg>
      <pc:sldChg chg="add del">
        <pc:chgData name="Irfan Sheikh" userId="d6584adb700a76b5" providerId="LiveId" clId="{2946418A-13DB-4BA3-A5A7-50128E36CA7D}" dt="2024-01-18T05:02:58.605" v="119" actId="2696"/>
        <pc:sldMkLst>
          <pc:docMk/>
          <pc:sldMk cId="1252339580" sldId="309"/>
        </pc:sldMkLst>
      </pc:sldChg>
      <pc:sldChg chg="add">
        <pc:chgData name="Irfan Sheikh" userId="d6584adb700a76b5" providerId="LiveId" clId="{2946418A-13DB-4BA3-A5A7-50128E36CA7D}" dt="2024-01-18T05:00:30.165" v="99"/>
        <pc:sldMkLst>
          <pc:docMk/>
          <pc:sldMk cId="3269382690" sldId="310"/>
        </pc:sldMkLst>
      </pc:sldChg>
      <pc:sldChg chg="addSp delSp modSp add mod">
        <pc:chgData name="Irfan Sheikh" userId="d6584adb700a76b5" providerId="LiveId" clId="{2946418A-13DB-4BA3-A5A7-50128E36CA7D}" dt="2024-01-18T05:08:47.806" v="123" actId="931"/>
        <pc:sldMkLst>
          <pc:docMk/>
          <pc:sldMk cId="2215130992" sldId="311"/>
        </pc:sldMkLst>
        <pc:spChg chg="mod">
          <ac:chgData name="Irfan Sheikh" userId="d6584adb700a76b5" providerId="LiveId" clId="{2946418A-13DB-4BA3-A5A7-50128E36CA7D}" dt="2024-01-18T05:01:21.360" v="106" actId="255"/>
          <ac:spMkLst>
            <pc:docMk/>
            <pc:sldMk cId="2215130992" sldId="311"/>
            <ac:spMk id="3" creationId="{D0ECBBE1-74A2-4606-4274-0739520D1EB0}"/>
          </ac:spMkLst>
        </pc:spChg>
        <pc:spChg chg="del">
          <ac:chgData name="Irfan Sheikh" userId="d6584adb700a76b5" providerId="LiveId" clId="{2946418A-13DB-4BA3-A5A7-50128E36CA7D}" dt="2024-01-18T05:08:43.633" v="122" actId="931"/>
          <ac:spMkLst>
            <pc:docMk/>
            <pc:sldMk cId="2215130992" sldId="311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18T05:08:47.806" v="123" actId="931"/>
          <ac:spMkLst>
            <pc:docMk/>
            <pc:sldMk cId="2215130992" sldId="311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18T05:08:43.633" v="122" actId="931"/>
          <ac:picMkLst>
            <pc:docMk/>
            <pc:sldMk cId="2215130992" sldId="311"/>
            <ac:picMk id="4" creationId="{63A43A79-505B-DD33-F306-97A11EC33408}"/>
          </ac:picMkLst>
        </pc:picChg>
        <pc:picChg chg="add mod">
          <ac:chgData name="Irfan Sheikh" userId="d6584adb700a76b5" providerId="LiveId" clId="{2946418A-13DB-4BA3-A5A7-50128E36CA7D}" dt="2024-01-18T05:08:47.806" v="123" actId="931"/>
          <ac:picMkLst>
            <pc:docMk/>
            <pc:sldMk cId="2215130992" sldId="311"/>
            <ac:picMk id="8" creationId="{168569EA-C947-661B-B731-394C6CB93386}"/>
          </ac:picMkLst>
        </pc:picChg>
      </pc:sldChg>
      <pc:sldChg chg="addSp delSp modSp">
        <pc:chgData name="Irfan Sheikh" userId="d6584adb700a76b5" providerId="LiveId" clId="{2946418A-13DB-4BA3-A5A7-50128E36CA7D}" dt="2024-01-21T11:21:51.995" v="160" actId="931"/>
        <pc:sldMkLst>
          <pc:docMk/>
          <pc:sldMk cId="165239676" sldId="317"/>
        </pc:sldMkLst>
        <pc:spChg chg="del">
          <ac:chgData name="Irfan Sheikh" userId="d6584adb700a76b5" providerId="LiveId" clId="{2946418A-13DB-4BA3-A5A7-50128E36CA7D}" dt="2024-01-21T11:21:42.023" v="159" actId="931"/>
          <ac:spMkLst>
            <pc:docMk/>
            <pc:sldMk cId="165239676" sldId="317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21:51.995" v="160" actId="931"/>
          <ac:spMkLst>
            <pc:docMk/>
            <pc:sldMk cId="165239676" sldId="317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21:42.023" v="159" actId="931"/>
          <ac:picMkLst>
            <pc:docMk/>
            <pc:sldMk cId="165239676" sldId="317"/>
            <ac:picMk id="4" creationId="{55A207E5-CACA-65AD-1D67-45F3FCA1BDAD}"/>
          </ac:picMkLst>
        </pc:picChg>
        <pc:picChg chg="add mod">
          <ac:chgData name="Irfan Sheikh" userId="d6584adb700a76b5" providerId="LiveId" clId="{2946418A-13DB-4BA3-A5A7-50128E36CA7D}" dt="2024-01-21T11:21:51.995" v="160" actId="931"/>
          <ac:picMkLst>
            <pc:docMk/>
            <pc:sldMk cId="165239676" sldId="317"/>
            <ac:picMk id="8" creationId="{D9A2F206-2B61-C70C-EE5A-91D0CB87A4BD}"/>
          </ac:picMkLst>
        </pc:picChg>
      </pc:sldChg>
      <pc:sldChg chg="addSp delSp modSp add">
        <pc:chgData name="Irfan Sheikh" userId="d6584adb700a76b5" providerId="LiveId" clId="{2946418A-13DB-4BA3-A5A7-50128E36CA7D}" dt="2024-01-21T11:22:05.763" v="162" actId="931"/>
        <pc:sldMkLst>
          <pc:docMk/>
          <pc:sldMk cId="582344766" sldId="318"/>
        </pc:sldMkLst>
        <pc:spChg chg="del">
          <ac:chgData name="Irfan Sheikh" userId="d6584adb700a76b5" providerId="LiveId" clId="{2946418A-13DB-4BA3-A5A7-50128E36CA7D}" dt="2024-01-21T11:22:01.531" v="161" actId="931"/>
          <ac:spMkLst>
            <pc:docMk/>
            <pc:sldMk cId="582344766" sldId="318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22:05.763" v="162" actId="931"/>
          <ac:spMkLst>
            <pc:docMk/>
            <pc:sldMk cId="582344766" sldId="318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22:01.531" v="161" actId="931"/>
          <ac:picMkLst>
            <pc:docMk/>
            <pc:sldMk cId="582344766" sldId="318"/>
            <ac:picMk id="4" creationId="{3CAACF46-2CF9-F768-2FE2-76FD1701C208}"/>
          </ac:picMkLst>
        </pc:picChg>
        <pc:picChg chg="add mod">
          <ac:chgData name="Irfan Sheikh" userId="d6584adb700a76b5" providerId="LiveId" clId="{2946418A-13DB-4BA3-A5A7-50128E36CA7D}" dt="2024-01-21T11:22:05.763" v="162" actId="931"/>
          <ac:picMkLst>
            <pc:docMk/>
            <pc:sldMk cId="582344766" sldId="318"/>
            <ac:picMk id="8" creationId="{A04D7B79-D549-F9B0-63C5-A4AEB6798A9A}"/>
          </ac:picMkLst>
        </pc:picChg>
      </pc:sldChg>
      <pc:sldChg chg="addSp delSp modSp add">
        <pc:chgData name="Irfan Sheikh" userId="d6584adb700a76b5" providerId="LiveId" clId="{2946418A-13DB-4BA3-A5A7-50128E36CA7D}" dt="2024-01-21T11:22:19.937" v="164" actId="931"/>
        <pc:sldMkLst>
          <pc:docMk/>
          <pc:sldMk cId="1794506900" sldId="319"/>
        </pc:sldMkLst>
        <pc:spChg chg="del">
          <ac:chgData name="Irfan Sheikh" userId="d6584adb700a76b5" providerId="LiveId" clId="{2946418A-13DB-4BA3-A5A7-50128E36CA7D}" dt="2024-01-21T11:22:11.226" v="163" actId="931"/>
          <ac:spMkLst>
            <pc:docMk/>
            <pc:sldMk cId="1794506900" sldId="319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22:19.937" v="164" actId="931"/>
          <ac:spMkLst>
            <pc:docMk/>
            <pc:sldMk cId="1794506900" sldId="319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22:11.226" v="163" actId="931"/>
          <ac:picMkLst>
            <pc:docMk/>
            <pc:sldMk cId="1794506900" sldId="319"/>
            <ac:picMk id="4" creationId="{64412221-FD35-F0E8-E38B-FB24E7189CC6}"/>
          </ac:picMkLst>
        </pc:picChg>
        <pc:picChg chg="add mod">
          <ac:chgData name="Irfan Sheikh" userId="d6584adb700a76b5" providerId="LiveId" clId="{2946418A-13DB-4BA3-A5A7-50128E36CA7D}" dt="2024-01-21T11:22:19.937" v="164" actId="931"/>
          <ac:picMkLst>
            <pc:docMk/>
            <pc:sldMk cId="1794506900" sldId="319"/>
            <ac:picMk id="8" creationId="{CB2CD476-D193-1FE2-FA89-F42E633977B4}"/>
          </ac:picMkLst>
        </pc:picChg>
      </pc:sldChg>
      <pc:sldChg chg="addSp delSp modSp add">
        <pc:chgData name="Irfan Sheikh" userId="d6584adb700a76b5" providerId="LiveId" clId="{2946418A-13DB-4BA3-A5A7-50128E36CA7D}" dt="2024-01-21T11:22:48.275" v="166" actId="931"/>
        <pc:sldMkLst>
          <pc:docMk/>
          <pc:sldMk cId="509809918" sldId="320"/>
        </pc:sldMkLst>
        <pc:spChg chg="del">
          <ac:chgData name="Irfan Sheikh" userId="d6584adb700a76b5" providerId="LiveId" clId="{2946418A-13DB-4BA3-A5A7-50128E36CA7D}" dt="2024-01-21T11:22:33.720" v="165" actId="931"/>
          <ac:spMkLst>
            <pc:docMk/>
            <pc:sldMk cId="509809918" sldId="320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22:48.275" v="166" actId="931"/>
          <ac:spMkLst>
            <pc:docMk/>
            <pc:sldMk cId="509809918" sldId="320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22:33.720" v="165" actId="931"/>
          <ac:picMkLst>
            <pc:docMk/>
            <pc:sldMk cId="509809918" sldId="320"/>
            <ac:picMk id="4" creationId="{5BB31351-BF8D-FD96-E3E9-1DC5B7067F8B}"/>
          </ac:picMkLst>
        </pc:picChg>
        <pc:picChg chg="add mod">
          <ac:chgData name="Irfan Sheikh" userId="d6584adb700a76b5" providerId="LiveId" clId="{2946418A-13DB-4BA3-A5A7-50128E36CA7D}" dt="2024-01-21T11:22:48.275" v="166" actId="931"/>
          <ac:picMkLst>
            <pc:docMk/>
            <pc:sldMk cId="509809918" sldId="320"/>
            <ac:picMk id="8" creationId="{0A31CD23-89F8-613C-A2C3-55C0733A5D52}"/>
          </ac:picMkLst>
        </pc:picChg>
      </pc:sldChg>
      <pc:sldChg chg="addSp delSp modSp add">
        <pc:chgData name="Irfan Sheikh" userId="d6584adb700a76b5" providerId="LiveId" clId="{2946418A-13DB-4BA3-A5A7-50128E36CA7D}" dt="2024-01-21T11:23:09.500" v="168" actId="931"/>
        <pc:sldMkLst>
          <pc:docMk/>
          <pc:sldMk cId="883606402" sldId="321"/>
        </pc:sldMkLst>
        <pc:spChg chg="del">
          <ac:chgData name="Irfan Sheikh" userId="d6584adb700a76b5" providerId="LiveId" clId="{2946418A-13DB-4BA3-A5A7-50128E36CA7D}" dt="2024-01-21T11:22:56.987" v="167" actId="931"/>
          <ac:spMkLst>
            <pc:docMk/>
            <pc:sldMk cId="883606402" sldId="321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23:09.500" v="168" actId="931"/>
          <ac:spMkLst>
            <pc:docMk/>
            <pc:sldMk cId="883606402" sldId="321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22:56.987" v="167" actId="931"/>
          <ac:picMkLst>
            <pc:docMk/>
            <pc:sldMk cId="883606402" sldId="321"/>
            <ac:picMk id="4" creationId="{0BA4C052-1213-18C8-5E4E-AE9FA8899CA4}"/>
          </ac:picMkLst>
        </pc:picChg>
        <pc:picChg chg="add mod">
          <ac:chgData name="Irfan Sheikh" userId="d6584adb700a76b5" providerId="LiveId" clId="{2946418A-13DB-4BA3-A5A7-50128E36CA7D}" dt="2024-01-21T11:23:09.500" v="168" actId="931"/>
          <ac:picMkLst>
            <pc:docMk/>
            <pc:sldMk cId="883606402" sldId="321"/>
            <ac:picMk id="8" creationId="{32C33A38-41DE-5731-4C17-DB9D6585DEFF}"/>
          </ac:picMkLst>
        </pc:picChg>
      </pc:sldChg>
      <pc:sldChg chg="addSp delSp modSp add">
        <pc:chgData name="Irfan Sheikh" userId="d6584adb700a76b5" providerId="LiveId" clId="{2946418A-13DB-4BA3-A5A7-50128E36CA7D}" dt="2024-01-21T11:25:30.034" v="170" actId="931"/>
        <pc:sldMkLst>
          <pc:docMk/>
          <pc:sldMk cId="1774811735" sldId="322"/>
        </pc:sldMkLst>
        <pc:spChg chg="del">
          <ac:chgData name="Irfan Sheikh" userId="d6584adb700a76b5" providerId="LiveId" clId="{2946418A-13DB-4BA3-A5A7-50128E36CA7D}" dt="2024-01-21T11:25:06.721" v="169" actId="931"/>
          <ac:spMkLst>
            <pc:docMk/>
            <pc:sldMk cId="1774811735" sldId="322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25:30.034" v="170" actId="931"/>
          <ac:spMkLst>
            <pc:docMk/>
            <pc:sldMk cId="1774811735" sldId="322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25:06.721" v="169" actId="931"/>
          <ac:picMkLst>
            <pc:docMk/>
            <pc:sldMk cId="1774811735" sldId="322"/>
            <ac:picMk id="4" creationId="{4C52C0B1-59F3-9DC1-1431-DB5284E06336}"/>
          </ac:picMkLst>
        </pc:picChg>
        <pc:picChg chg="add mod">
          <ac:chgData name="Irfan Sheikh" userId="d6584adb700a76b5" providerId="LiveId" clId="{2946418A-13DB-4BA3-A5A7-50128E36CA7D}" dt="2024-01-21T11:25:30.034" v="170" actId="931"/>
          <ac:picMkLst>
            <pc:docMk/>
            <pc:sldMk cId="1774811735" sldId="322"/>
            <ac:picMk id="8" creationId="{FA1F9E4D-CF6E-705E-81DF-404CD52D4F42}"/>
          </ac:picMkLst>
        </pc:picChg>
      </pc:sldChg>
      <pc:sldChg chg="addSp delSp modSp add">
        <pc:chgData name="Irfan Sheikh" userId="d6584adb700a76b5" providerId="LiveId" clId="{2946418A-13DB-4BA3-A5A7-50128E36CA7D}" dt="2024-01-21T11:25:58.383" v="172" actId="931"/>
        <pc:sldMkLst>
          <pc:docMk/>
          <pc:sldMk cId="3470875916" sldId="323"/>
        </pc:sldMkLst>
        <pc:spChg chg="del">
          <ac:chgData name="Irfan Sheikh" userId="d6584adb700a76b5" providerId="LiveId" clId="{2946418A-13DB-4BA3-A5A7-50128E36CA7D}" dt="2024-01-21T11:25:50.564" v="171" actId="931"/>
          <ac:spMkLst>
            <pc:docMk/>
            <pc:sldMk cId="3470875916" sldId="323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25:58.383" v="172" actId="931"/>
          <ac:spMkLst>
            <pc:docMk/>
            <pc:sldMk cId="3470875916" sldId="323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25:50.564" v="171" actId="931"/>
          <ac:picMkLst>
            <pc:docMk/>
            <pc:sldMk cId="3470875916" sldId="323"/>
            <ac:picMk id="4" creationId="{A40D0D1D-EBDB-C828-45CB-74858E3192D6}"/>
          </ac:picMkLst>
        </pc:picChg>
        <pc:picChg chg="add mod">
          <ac:chgData name="Irfan Sheikh" userId="d6584adb700a76b5" providerId="LiveId" clId="{2946418A-13DB-4BA3-A5A7-50128E36CA7D}" dt="2024-01-21T11:25:58.383" v="172" actId="931"/>
          <ac:picMkLst>
            <pc:docMk/>
            <pc:sldMk cId="3470875916" sldId="323"/>
            <ac:picMk id="8" creationId="{860D3B82-C746-3FED-4636-EFC18C004B13}"/>
          </ac:picMkLst>
        </pc:picChg>
      </pc:sldChg>
      <pc:sldChg chg="addSp delSp modSp add">
        <pc:chgData name="Irfan Sheikh" userId="d6584adb700a76b5" providerId="LiveId" clId="{2946418A-13DB-4BA3-A5A7-50128E36CA7D}" dt="2024-01-21T11:26:14.626" v="174" actId="931"/>
        <pc:sldMkLst>
          <pc:docMk/>
          <pc:sldMk cId="755580464" sldId="324"/>
        </pc:sldMkLst>
        <pc:spChg chg="del">
          <ac:chgData name="Irfan Sheikh" userId="d6584adb700a76b5" providerId="LiveId" clId="{2946418A-13DB-4BA3-A5A7-50128E36CA7D}" dt="2024-01-21T11:26:08.141" v="173" actId="931"/>
          <ac:spMkLst>
            <pc:docMk/>
            <pc:sldMk cId="755580464" sldId="324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26:14.626" v="174" actId="931"/>
          <ac:spMkLst>
            <pc:docMk/>
            <pc:sldMk cId="755580464" sldId="324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26:08.141" v="173" actId="931"/>
          <ac:picMkLst>
            <pc:docMk/>
            <pc:sldMk cId="755580464" sldId="324"/>
            <ac:picMk id="4" creationId="{548965DB-DDF1-97C1-C0CC-348A254C0B0C}"/>
          </ac:picMkLst>
        </pc:picChg>
        <pc:picChg chg="add mod">
          <ac:chgData name="Irfan Sheikh" userId="d6584adb700a76b5" providerId="LiveId" clId="{2946418A-13DB-4BA3-A5A7-50128E36CA7D}" dt="2024-01-21T11:26:14.626" v="174" actId="931"/>
          <ac:picMkLst>
            <pc:docMk/>
            <pc:sldMk cId="755580464" sldId="324"/>
            <ac:picMk id="8" creationId="{D48E73E8-2C90-DA12-EEB8-9042807114B5}"/>
          </ac:picMkLst>
        </pc:picChg>
      </pc:sldChg>
      <pc:sldChg chg="addSp delSp modSp add">
        <pc:chgData name="Irfan Sheikh" userId="d6584adb700a76b5" providerId="LiveId" clId="{2946418A-13DB-4BA3-A5A7-50128E36CA7D}" dt="2024-01-21T11:26:34.705" v="176" actId="931"/>
        <pc:sldMkLst>
          <pc:docMk/>
          <pc:sldMk cId="693988222" sldId="325"/>
        </pc:sldMkLst>
        <pc:spChg chg="del">
          <ac:chgData name="Irfan Sheikh" userId="d6584adb700a76b5" providerId="LiveId" clId="{2946418A-13DB-4BA3-A5A7-50128E36CA7D}" dt="2024-01-21T11:26:26.873" v="175" actId="931"/>
          <ac:spMkLst>
            <pc:docMk/>
            <pc:sldMk cId="693988222" sldId="325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26:34.705" v="176" actId="931"/>
          <ac:spMkLst>
            <pc:docMk/>
            <pc:sldMk cId="693988222" sldId="325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26:26.873" v="175" actId="931"/>
          <ac:picMkLst>
            <pc:docMk/>
            <pc:sldMk cId="693988222" sldId="325"/>
            <ac:picMk id="4" creationId="{0C44FCF3-02AE-DADC-2CBA-CAFBC8CF46EE}"/>
          </ac:picMkLst>
        </pc:picChg>
        <pc:picChg chg="add mod">
          <ac:chgData name="Irfan Sheikh" userId="d6584adb700a76b5" providerId="LiveId" clId="{2946418A-13DB-4BA3-A5A7-50128E36CA7D}" dt="2024-01-21T11:26:34.705" v="176" actId="931"/>
          <ac:picMkLst>
            <pc:docMk/>
            <pc:sldMk cId="693988222" sldId="325"/>
            <ac:picMk id="8" creationId="{8BB64F85-8685-B016-C99A-51BEB4F5F7A7}"/>
          </ac:picMkLst>
        </pc:picChg>
      </pc:sldChg>
      <pc:sldChg chg="addSp delSp modSp add">
        <pc:chgData name="Irfan Sheikh" userId="d6584adb700a76b5" providerId="LiveId" clId="{2946418A-13DB-4BA3-A5A7-50128E36CA7D}" dt="2024-01-21T11:27:02.658" v="178" actId="931"/>
        <pc:sldMkLst>
          <pc:docMk/>
          <pc:sldMk cId="1231501324" sldId="326"/>
        </pc:sldMkLst>
        <pc:spChg chg="del">
          <ac:chgData name="Irfan Sheikh" userId="d6584adb700a76b5" providerId="LiveId" clId="{2946418A-13DB-4BA3-A5A7-50128E36CA7D}" dt="2024-01-21T11:26:52.997" v="177" actId="931"/>
          <ac:spMkLst>
            <pc:docMk/>
            <pc:sldMk cId="1231501324" sldId="326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27:02.658" v="178" actId="931"/>
          <ac:spMkLst>
            <pc:docMk/>
            <pc:sldMk cId="1231501324" sldId="326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26:52.997" v="177" actId="931"/>
          <ac:picMkLst>
            <pc:docMk/>
            <pc:sldMk cId="1231501324" sldId="326"/>
            <ac:picMk id="4" creationId="{E9459D35-1902-ABF5-88E9-AA9D8FD926D6}"/>
          </ac:picMkLst>
        </pc:picChg>
        <pc:picChg chg="add mod">
          <ac:chgData name="Irfan Sheikh" userId="d6584adb700a76b5" providerId="LiveId" clId="{2946418A-13DB-4BA3-A5A7-50128E36CA7D}" dt="2024-01-21T11:27:02.658" v="178" actId="931"/>
          <ac:picMkLst>
            <pc:docMk/>
            <pc:sldMk cId="1231501324" sldId="326"/>
            <ac:picMk id="8" creationId="{705A2E5A-00B5-7776-CA8C-E214E40146B4}"/>
          </ac:picMkLst>
        </pc:picChg>
      </pc:sldChg>
      <pc:sldChg chg="addSp delSp modSp add">
        <pc:chgData name="Irfan Sheikh" userId="d6584adb700a76b5" providerId="LiveId" clId="{2946418A-13DB-4BA3-A5A7-50128E36CA7D}" dt="2024-01-21T11:27:22.403" v="180" actId="931"/>
        <pc:sldMkLst>
          <pc:docMk/>
          <pc:sldMk cId="1681459967" sldId="327"/>
        </pc:sldMkLst>
        <pc:spChg chg="del">
          <ac:chgData name="Irfan Sheikh" userId="d6584adb700a76b5" providerId="LiveId" clId="{2946418A-13DB-4BA3-A5A7-50128E36CA7D}" dt="2024-01-21T11:27:14.955" v="179" actId="931"/>
          <ac:spMkLst>
            <pc:docMk/>
            <pc:sldMk cId="1681459967" sldId="327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27:22.403" v="180" actId="931"/>
          <ac:spMkLst>
            <pc:docMk/>
            <pc:sldMk cId="1681459967" sldId="327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27:14.955" v="179" actId="931"/>
          <ac:picMkLst>
            <pc:docMk/>
            <pc:sldMk cId="1681459967" sldId="327"/>
            <ac:picMk id="4" creationId="{33A7558B-3101-C387-5695-571589A9F91D}"/>
          </ac:picMkLst>
        </pc:picChg>
        <pc:picChg chg="add mod">
          <ac:chgData name="Irfan Sheikh" userId="d6584adb700a76b5" providerId="LiveId" clId="{2946418A-13DB-4BA3-A5A7-50128E36CA7D}" dt="2024-01-21T11:27:22.403" v="180" actId="931"/>
          <ac:picMkLst>
            <pc:docMk/>
            <pc:sldMk cId="1681459967" sldId="327"/>
            <ac:picMk id="8" creationId="{B806A22C-CEF2-D88E-6DDE-4005A7F6EE7D}"/>
          </ac:picMkLst>
        </pc:picChg>
      </pc:sldChg>
      <pc:sldChg chg="addSp delSp modSp add">
        <pc:chgData name="Irfan Sheikh" userId="d6584adb700a76b5" providerId="LiveId" clId="{2946418A-13DB-4BA3-A5A7-50128E36CA7D}" dt="2024-01-21T11:27:48.943" v="182" actId="931"/>
        <pc:sldMkLst>
          <pc:docMk/>
          <pc:sldMk cId="824209737" sldId="328"/>
        </pc:sldMkLst>
        <pc:spChg chg="del">
          <ac:chgData name="Irfan Sheikh" userId="d6584adb700a76b5" providerId="LiveId" clId="{2946418A-13DB-4BA3-A5A7-50128E36CA7D}" dt="2024-01-21T11:27:42.270" v="181" actId="931"/>
          <ac:spMkLst>
            <pc:docMk/>
            <pc:sldMk cId="824209737" sldId="328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27:48.943" v="182" actId="931"/>
          <ac:spMkLst>
            <pc:docMk/>
            <pc:sldMk cId="824209737" sldId="328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27:42.270" v="181" actId="931"/>
          <ac:picMkLst>
            <pc:docMk/>
            <pc:sldMk cId="824209737" sldId="328"/>
            <ac:picMk id="4" creationId="{91D68D41-018E-AF96-A93E-BBA0420E4E93}"/>
          </ac:picMkLst>
        </pc:picChg>
        <pc:picChg chg="add mod">
          <ac:chgData name="Irfan Sheikh" userId="d6584adb700a76b5" providerId="LiveId" clId="{2946418A-13DB-4BA3-A5A7-50128E36CA7D}" dt="2024-01-21T11:27:48.943" v="182" actId="931"/>
          <ac:picMkLst>
            <pc:docMk/>
            <pc:sldMk cId="824209737" sldId="328"/>
            <ac:picMk id="8" creationId="{3DF2114A-AEBD-230F-1E48-DC52615E55FD}"/>
          </ac:picMkLst>
        </pc:picChg>
      </pc:sldChg>
      <pc:sldChg chg="addSp delSp modSp add">
        <pc:chgData name="Irfan Sheikh" userId="d6584adb700a76b5" providerId="LiveId" clId="{2946418A-13DB-4BA3-A5A7-50128E36CA7D}" dt="2024-01-21T11:28:14.717" v="184" actId="931"/>
        <pc:sldMkLst>
          <pc:docMk/>
          <pc:sldMk cId="265270716" sldId="329"/>
        </pc:sldMkLst>
        <pc:spChg chg="del">
          <ac:chgData name="Irfan Sheikh" userId="d6584adb700a76b5" providerId="LiveId" clId="{2946418A-13DB-4BA3-A5A7-50128E36CA7D}" dt="2024-01-21T11:28:04.411" v="183" actId="931"/>
          <ac:spMkLst>
            <pc:docMk/>
            <pc:sldMk cId="265270716" sldId="329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28:14.717" v="184" actId="931"/>
          <ac:spMkLst>
            <pc:docMk/>
            <pc:sldMk cId="265270716" sldId="329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28:04.411" v="183" actId="931"/>
          <ac:picMkLst>
            <pc:docMk/>
            <pc:sldMk cId="265270716" sldId="329"/>
            <ac:picMk id="4" creationId="{4816F8B8-678C-75CD-3EB3-8983A5B99B98}"/>
          </ac:picMkLst>
        </pc:picChg>
        <pc:picChg chg="add mod">
          <ac:chgData name="Irfan Sheikh" userId="d6584adb700a76b5" providerId="LiveId" clId="{2946418A-13DB-4BA3-A5A7-50128E36CA7D}" dt="2024-01-21T11:28:14.717" v="184" actId="931"/>
          <ac:picMkLst>
            <pc:docMk/>
            <pc:sldMk cId="265270716" sldId="329"/>
            <ac:picMk id="8" creationId="{8DDA26FC-6ECD-1EA1-F6FF-389B6C232288}"/>
          </ac:picMkLst>
        </pc:picChg>
      </pc:sldChg>
      <pc:sldChg chg="addSp delSp modSp add">
        <pc:chgData name="Irfan Sheikh" userId="d6584adb700a76b5" providerId="LiveId" clId="{2946418A-13DB-4BA3-A5A7-50128E36CA7D}" dt="2024-01-21T11:28:29.386" v="186" actId="931"/>
        <pc:sldMkLst>
          <pc:docMk/>
          <pc:sldMk cId="3847557765" sldId="330"/>
        </pc:sldMkLst>
        <pc:spChg chg="del">
          <ac:chgData name="Irfan Sheikh" userId="d6584adb700a76b5" providerId="LiveId" clId="{2946418A-13DB-4BA3-A5A7-50128E36CA7D}" dt="2024-01-21T11:28:21.873" v="185" actId="931"/>
          <ac:spMkLst>
            <pc:docMk/>
            <pc:sldMk cId="3847557765" sldId="330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28:29.386" v="186" actId="931"/>
          <ac:spMkLst>
            <pc:docMk/>
            <pc:sldMk cId="3847557765" sldId="330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28:21.873" v="185" actId="931"/>
          <ac:picMkLst>
            <pc:docMk/>
            <pc:sldMk cId="3847557765" sldId="330"/>
            <ac:picMk id="4" creationId="{572F6481-EB50-A36C-9B65-684A22D50769}"/>
          </ac:picMkLst>
        </pc:picChg>
        <pc:picChg chg="add mod">
          <ac:chgData name="Irfan Sheikh" userId="d6584adb700a76b5" providerId="LiveId" clId="{2946418A-13DB-4BA3-A5A7-50128E36CA7D}" dt="2024-01-21T11:28:29.386" v="186" actId="931"/>
          <ac:picMkLst>
            <pc:docMk/>
            <pc:sldMk cId="3847557765" sldId="330"/>
            <ac:picMk id="8" creationId="{1749822C-AB86-6417-23E2-862DA605F8B9}"/>
          </ac:picMkLst>
        </pc:picChg>
      </pc:sldChg>
      <pc:sldChg chg="addSp delSp modSp add">
        <pc:chgData name="Irfan Sheikh" userId="d6584adb700a76b5" providerId="LiveId" clId="{2946418A-13DB-4BA3-A5A7-50128E36CA7D}" dt="2024-01-21T11:41:17.577" v="188" actId="931"/>
        <pc:sldMkLst>
          <pc:docMk/>
          <pc:sldMk cId="2745046512" sldId="331"/>
        </pc:sldMkLst>
        <pc:spChg chg="del">
          <ac:chgData name="Irfan Sheikh" userId="d6584adb700a76b5" providerId="LiveId" clId="{2946418A-13DB-4BA3-A5A7-50128E36CA7D}" dt="2024-01-21T11:41:10.731" v="187" actId="931"/>
          <ac:spMkLst>
            <pc:docMk/>
            <pc:sldMk cId="2745046512" sldId="331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41:17.577" v="188" actId="931"/>
          <ac:spMkLst>
            <pc:docMk/>
            <pc:sldMk cId="2745046512" sldId="331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41:10.731" v="187" actId="931"/>
          <ac:picMkLst>
            <pc:docMk/>
            <pc:sldMk cId="2745046512" sldId="331"/>
            <ac:picMk id="4" creationId="{48A1AFC5-829E-6608-F82A-739D72692427}"/>
          </ac:picMkLst>
        </pc:picChg>
        <pc:picChg chg="add mod">
          <ac:chgData name="Irfan Sheikh" userId="d6584adb700a76b5" providerId="LiveId" clId="{2946418A-13DB-4BA3-A5A7-50128E36CA7D}" dt="2024-01-21T11:41:17.577" v="188" actId="931"/>
          <ac:picMkLst>
            <pc:docMk/>
            <pc:sldMk cId="2745046512" sldId="331"/>
            <ac:picMk id="8" creationId="{720BF077-E6F2-402D-1C4A-39F3FA307A44}"/>
          </ac:picMkLst>
        </pc:picChg>
      </pc:sldChg>
      <pc:sldChg chg="addSp delSp modSp add">
        <pc:chgData name="Irfan Sheikh" userId="d6584adb700a76b5" providerId="LiveId" clId="{2946418A-13DB-4BA3-A5A7-50128E36CA7D}" dt="2024-01-21T11:47:46.750" v="190" actId="931"/>
        <pc:sldMkLst>
          <pc:docMk/>
          <pc:sldMk cId="927770405" sldId="332"/>
        </pc:sldMkLst>
        <pc:spChg chg="del">
          <ac:chgData name="Irfan Sheikh" userId="d6584adb700a76b5" providerId="LiveId" clId="{2946418A-13DB-4BA3-A5A7-50128E36CA7D}" dt="2024-01-21T11:47:37.667" v="189" actId="931"/>
          <ac:spMkLst>
            <pc:docMk/>
            <pc:sldMk cId="927770405" sldId="332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47:46.750" v="190" actId="931"/>
          <ac:spMkLst>
            <pc:docMk/>
            <pc:sldMk cId="927770405" sldId="332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47:37.667" v="189" actId="931"/>
          <ac:picMkLst>
            <pc:docMk/>
            <pc:sldMk cId="927770405" sldId="332"/>
            <ac:picMk id="4" creationId="{3CF94650-02CC-5B24-5D2E-11AE5C6A3075}"/>
          </ac:picMkLst>
        </pc:picChg>
        <pc:picChg chg="add mod">
          <ac:chgData name="Irfan Sheikh" userId="d6584adb700a76b5" providerId="LiveId" clId="{2946418A-13DB-4BA3-A5A7-50128E36CA7D}" dt="2024-01-21T11:47:46.750" v="190" actId="931"/>
          <ac:picMkLst>
            <pc:docMk/>
            <pc:sldMk cId="927770405" sldId="332"/>
            <ac:picMk id="8" creationId="{1C23EFAA-ED0F-B018-AADD-EA0F49645CD0}"/>
          </ac:picMkLst>
        </pc:picChg>
      </pc:sldChg>
      <pc:sldChg chg="addSp delSp modSp add">
        <pc:chgData name="Irfan Sheikh" userId="d6584adb700a76b5" providerId="LiveId" clId="{2946418A-13DB-4BA3-A5A7-50128E36CA7D}" dt="2024-01-21T11:48:15.595" v="192" actId="931"/>
        <pc:sldMkLst>
          <pc:docMk/>
          <pc:sldMk cId="2296842696" sldId="333"/>
        </pc:sldMkLst>
        <pc:spChg chg="del">
          <ac:chgData name="Irfan Sheikh" userId="d6584adb700a76b5" providerId="LiveId" clId="{2946418A-13DB-4BA3-A5A7-50128E36CA7D}" dt="2024-01-21T11:48:00.725" v="191" actId="931"/>
          <ac:spMkLst>
            <pc:docMk/>
            <pc:sldMk cId="2296842696" sldId="333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48:15.595" v="192" actId="931"/>
          <ac:spMkLst>
            <pc:docMk/>
            <pc:sldMk cId="2296842696" sldId="333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48:00.725" v="191" actId="931"/>
          <ac:picMkLst>
            <pc:docMk/>
            <pc:sldMk cId="2296842696" sldId="333"/>
            <ac:picMk id="4" creationId="{7972AAC6-CFC2-10E4-CB8F-C2AD6D19A75C}"/>
          </ac:picMkLst>
        </pc:picChg>
        <pc:picChg chg="add mod">
          <ac:chgData name="Irfan Sheikh" userId="d6584adb700a76b5" providerId="LiveId" clId="{2946418A-13DB-4BA3-A5A7-50128E36CA7D}" dt="2024-01-21T11:48:15.595" v="192" actId="931"/>
          <ac:picMkLst>
            <pc:docMk/>
            <pc:sldMk cId="2296842696" sldId="333"/>
            <ac:picMk id="8" creationId="{548D50CD-107E-9B0B-400F-E1C2AD4BCAC4}"/>
          </ac:picMkLst>
        </pc:picChg>
      </pc:sldChg>
      <pc:sldChg chg="addSp delSp modSp add">
        <pc:chgData name="Irfan Sheikh" userId="d6584adb700a76b5" providerId="LiveId" clId="{2946418A-13DB-4BA3-A5A7-50128E36CA7D}" dt="2024-01-21T11:48:43.063" v="194" actId="931"/>
        <pc:sldMkLst>
          <pc:docMk/>
          <pc:sldMk cId="2831644676" sldId="334"/>
        </pc:sldMkLst>
        <pc:spChg chg="del">
          <ac:chgData name="Irfan Sheikh" userId="d6584adb700a76b5" providerId="LiveId" clId="{2946418A-13DB-4BA3-A5A7-50128E36CA7D}" dt="2024-01-21T11:48:33.953" v="193" actId="931"/>
          <ac:spMkLst>
            <pc:docMk/>
            <pc:sldMk cId="2831644676" sldId="334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48:43.063" v="194" actId="931"/>
          <ac:spMkLst>
            <pc:docMk/>
            <pc:sldMk cId="2831644676" sldId="334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48:33.953" v="193" actId="931"/>
          <ac:picMkLst>
            <pc:docMk/>
            <pc:sldMk cId="2831644676" sldId="334"/>
            <ac:picMk id="4" creationId="{C6D800DA-F794-80E6-6D57-13D427B160CC}"/>
          </ac:picMkLst>
        </pc:picChg>
        <pc:picChg chg="add mod">
          <ac:chgData name="Irfan Sheikh" userId="d6584adb700a76b5" providerId="LiveId" clId="{2946418A-13DB-4BA3-A5A7-50128E36CA7D}" dt="2024-01-21T11:48:43.063" v="194" actId="931"/>
          <ac:picMkLst>
            <pc:docMk/>
            <pc:sldMk cId="2831644676" sldId="334"/>
            <ac:picMk id="8" creationId="{232919E5-47E3-8044-E00E-1B3925952C21}"/>
          </ac:picMkLst>
        </pc:picChg>
      </pc:sldChg>
      <pc:sldChg chg="addSp delSp modSp add">
        <pc:chgData name="Irfan Sheikh" userId="d6584adb700a76b5" providerId="LiveId" clId="{2946418A-13DB-4BA3-A5A7-50128E36CA7D}" dt="2024-01-21T11:49:06.090" v="196" actId="931"/>
        <pc:sldMkLst>
          <pc:docMk/>
          <pc:sldMk cId="2955790880" sldId="335"/>
        </pc:sldMkLst>
        <pc:spChg chg="del">
          <ac:chgData name="Irfan Sheikh" userId="d6584adb700a76b5" providerId="LiveId" clId="{2946418A-13DB-4BA3-A5A7-50128E36CA7D}" dt="2024-01-21T11:48:59.681" v="195" actId="931"/>
          <ac:spMkLst>
            <pc:docMk/>
            <pc:sldMk cId="2955790880" sldId="335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49:06.090" v="196" actId="931"/>
          <ac:spMkLst>
            <pc:docMk/>
            <pc:sldMk cId="2955790880" sldId="335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48:59.681" v="195" actId="931"/>
          <ac:picMkLst>
            <pc:docMk/>
            <pc:sldMk cId="2955790880" sldId="335"/>
            <ac:picMk id="4" creationId="{C40951BA-2966-A3A5-53D8-15DA420D8F7D}"/>
          </ac:picMkLst>
        </pc:picChg>
        <pc:picChg chg="add mod">
          <ac:chgData name="Irfan Sheikh" userId="d6584adb700a76b5" providerId="LiveId" clId="{2946418A-13DB-4BA3-A5A7-50128E36CA7D}" dt="2024-01-21T11:49:06.090" v="196" actId="931"/>
          <ac:picMkLst>
            <pc:docMk/>
            <pc:sldMk cId="2955790880" sldId="335"/>
            <ac:picMk id="8" creationId="{CDF63BE1-0953-E277-2FBD-3E66D44C0999}"/>
          </ac:picMkLst>
        </pc:picChg>
      </pc:sldChg>
      <pc:sldChg chg="addSp delSp modSp add">
        <pc:chgData name="Irfan Sheikh" userId="d6584adb700a76b5" providerId="LiveId" clId="{2946418A-13DB-4BA3-A5A7-50128E36CA7D}" dt="2024-01-21T11:49:21.063" v="198" actId="931"/>
        <pc:sldMkLst>
          <pc:docMk/>
          <pc:sldMk cId="2491614769" sldId="336"/>
        </pc:sldMkLst>
        <pc:spChg chg="del">
          <ac:chgData name="Irfan Sheikh" userId="d6584adb700a76b5" providerId="LiveId" clId="{2946418A-13DB-4BA3-A5A7-50128E36CA7D}" dt="2024-01-21T11:49:14.834" v="197" actId="931"/>
          <ac:spMkLst>
            <pc:docMk/>
            <pc:sldMk cId="2491614769" sldId="336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49:21.063" v="198" actId="931"/>
          <ac:spMkLst>
            <pc:docMk/>
            <pc:sldMk cId="2491614769" sldId="336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49:14.834" v="197" actId="931"/>
          <ac:picMkLst>
            <pc:docMk/>
            <pc:sldMk cId="2491614769" sldId="336"/>
            <ac:picMk id="4" creationId="{012E7D13-2973-ADCE-4B4A-1010DAAF518C}"/>
          </ac:picMkLst>
        </pc:picChg>
        <pc:picChg chg="add mod">
          <ac:chgData name="Irfan Sheikh" userId="d6584adb700a76b5" providerId="LiveId" clId="{2946418A-13DB-4BA3-A5A7-50128E36CA7D}" dt="2024-01-21T11:49:21.063" v="198" actId="931"/>
          <ac:picMkLst>
            <pc:docMk/>
            <pc:sldMk cId="2491614769" sldId="336"/>
            <ac:picMk id="8" creationId="{CA2BA4F7-A435-20E3-5BEF-62B33E808B6F}"/>
          </ac:picMkLst>
        </pc:picChg>
      </pc:sldChg>
      <pc:sldChg chg="addSp delSp modSp add">
        <pc:chgData name="Irfan Sheikh" userId="d6584adb700a76b5" providerId="LiveId" clId="{2946418A-13DB-4BA3-A5A7-50128E36CA7D}" dt="2024-01-21T11:49:36.799" v="200" actId="931"/>
        <pc:sldMkLst>
          <pc:docMk/>
          <pc:sldMk cId="1460396263" sldId="337"/>
        </pc:sldMkLst>
        <pc:spChg chg="del">
          <ac:chgData name="Irfan Sheikh" userId="d6584adb700a76b5" providerId="LiveId" clId="{2946418A-13DB-4BA3-A5A7-50128E36CA7D}" dt="2024-01-21T11:49:29.623" v="199" actId="931"/>
          <ac:spMkLst>
            <pc:docMk/>
            <pc:sldMk cId="1460396263" sldId="337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49:36.799" v="200" actId="931"/>
          <ac:spMkLst>
            <pc:docMk/>
            <pc:sldMk cId="1460396263" sldId="337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49:29.623" v="199" actId="931"/>
          <ac:picMkLst>
            <pc:docMk/>
            <pc:sldMk cId="1460396263" sldId="337"/>
            <ac:picMk id="4" creationId="{0715436D-6A81-9995-F9D1-A1D0598C051D}"/>
          </ac:picMkLst>
        </pc:picChg>
        <pc:picChg chg="add mod">
          <ac:chgData name="Irfan Sheikh" userId="d6584adb700a76b5" providerId="LiveId" clId="{2946418A-13DB-4BA3-A5A7-50128E36CA7D}" dt="2024-01-21T11:49:36.799" v="200" actId="931"/>
          <ac:picMkLst>
            <pc:docMk/>
            <pc:sldMk cId="1460396263" sldId="337"/>
            <ac:picMk id="8" creationId="{441D3983-DB39-D475-9AA4-91C0F63ED5B1}"/>
          </ac:picMkLst>
        </pc:picChg>
      </pc:sldChg>
      <pc:sldChg chg="addSp delSp modSp add">
        <pc:chgData name="Irfan Sheikh" userId="d6584adb700a76b5" providerId="LiveId" clId="{2946418A-13DB-4BA3-A5A7-50128E36CA7D}" dt="2024-01-21T11:49:52.671" v="202" actId="931"/>
        <pc:sldMkLst>
          <pc:docMk/>
          <pc:sldMk cId="527692185" sldId="338"/>
        </pc:sldMkLst>
        <pc:spChg chg="del">
          <ac:chgData name="Irfan Sheikh" userId="d6584adb700a76b5" providerId="LiveId" clId="{2946418A-13DB-4BA3-A5A7-50128E36CA7D}" dt="2024-01-21T11:49:46.227" v="201" actId="931"/>
          <ac:spMkLst>
            <pc:docMk/>
            <pc:sldMk cId="527692185" sldId="338"/>
            <ac:spMk id="5" creationId="{6A9B3133-390F-68E2-E305-1546702DA3D7}"/>
          </ac:spMkLst>
        </pc:spChg>
        <pc:spChg chg="del">
          <ac:chgData name="Irfan Sheikh" userId="d6584adb700a76b5" providerId="LiveId" clId="{2946418A-13DB-4BA3-A5A7-50128E36CA7D}" dt="2024-01-21T11:49:52.671" v="202" actId="931"/>
          <ac:spMkLst>
            <pc:docMk/>
            <pc:sldMk cId="527692185" sldId="338"/>
            <ac:spMk id="7" creationId="{52156AA8-2EE1-1736-C21D-4546ABFDC773}"/>
          </ac:spMkLst>
        </pc:spChg>
        <pc:picChg chg="add mod">
          <ac:chgData name="Irfan Sheikh" userId="d6584adb700a76b5" providerId="LiveId" clId="{2946418A-13DB-4BA3-A5A7-50128E36CA7D}" dt="2024-01-21T11:49:46.227" v="201" actId="931"/>
          <ac:picMkLst>
            <pc:docMk/>
            <pc:sldMk cId="527692185" sldId="338"/>
            <ac:picMk id="4" creationId="{2B2A9246-18FA-3AE3-6333-9E3AC5B60280}"/>
          </ac:picMkLst>
        </pc:picChg>
        <pc:picChg chg="add mod">
          <ac:chgData name="Irfan Sheikh" userId="d6584adb700a76b5" providerId="LiveId" clId="{2946418A-13DB-4BA3-A5A7-50128E36CA7D}" dt="2024-01-21T11:49:52.671" v="202" actId="931"/>
          <ac:picMkLst>
            <pc:docMk/>
            <pc:sldMk cId="527692185" sldId="338"/>
            <ac:picMk id="8" creationId="{93DC4CC5-3D06-3E98-8090-AE3BDE2E726B}"/>
          </ac:picMkLst>
        </pc:picChg>
      </pc:sldChg>
      <pc:sldMasterChg chg="setBg modSldLayout">
        <pc:chgData name="Irfan Sheikh" userId="d6584adb700a76b5" providerId="LiveId" clId="{2946418A-13DB-4BA3-A5A7-50128E36CA7D}" dt="2024-01-23T10:59:08.347" v="266"/>
        <pc:sldMasterMkLst>
          <pc:docMk/>
          <pc:sldMasterMk cId="0" sldId="2147483648"/>
        </pc:sldMasterMkLst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Irfan Sheikh" userId="d6584adb700a76b5" providerId="LiveId" clId="{2946418A-13DB-4BA3-A5A7-50128E36CA7D}" dt="2024-01-23T10:59:08.347" v="26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Irfan Sheikh" userId="d6584adb700a76b5" providerId="LiveId" clId="{74760A76-F7AA-404B-BD01-31F8BEB08E81}"/>
    <pc:docChg chg="custSel addSld delSld modSld">
      <pc:chgData name="Irfan Sheikh" userId="d6584adb700a76b5" providerId="LiveId" clId="{74760A76-F7AA-404B-BD01-31F8BEB08E81}" dt="2024-08-09T06:26:23.735" v="76" actId="931"/>
      <pc:docMkLst>
        <pc:docMk/>
      </pc:docMkLst>
      <pc:sldChg chg="modSp mod">
        <pc:chgData name="Irfan Sheikh" userId="d6584adb700a76b5" providerId="LiveId" clId="{74760A76-F7AA-404B-BD01-31F8BEB08E81}" dt="2024-08-09T06:22:56.556" v="18" actId="20577"/>
        <pc:sldMkLst>
          <pc:docMk/>
          <pc:sldMk cId="0" sldId="256"/>
        </pc:sldMkLst>
        <pc:spChg chg="mod">
          <ac:chgData name="Irfan Sheikh" userId="d6584adb700a76b5" providerId="LiveId" clId="{74760A76-F7AA-404B-BD01-31F8BEB08E81}" dt="2024-08-09T06:22:43.513" v="1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Irfan Sheikh" userId="d6584adb700a76b5" providerId="LiveId" clId="{74760A76-F7AA-404B-BD01-31F8BEB08E81}" dt="2024-08-09T06:22:56.556" v="18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Irfan Sheikh" userId="d6584adb700a76b5" providerId="LiveId" clId="{74760A76-F7AA-404B-BD01-31F8BEB08E81}" dt="2024-08-09T06:26:23.735" v="76" actId="931"/>
        <pc:sldMkLst>
          <pc:docMk/>
          <pc:sldMk cId="1243892205" sldId="264"/>
        </pc:sldMkLst>
        <pc:spChg chg="mod">
          <ac:chgData name="Irfan Sheikh" userId="d6584adb700a76b5" providerId="LiveId" clId="{74760A76-F7AA-404B-BD01-31F8BEB08E81}" dt="2024-08-09T06:24:00.800" v="22" actId="1076"/>
          <ac:spMkLst>
            <pc:docMk/>
            <pc:sldMk cId="1243892205" sldId="264"/>
            <ac:spMk id="3" creationId="{D0ECBBE1-74A2-4606-4274-0739520D1EB0}"/>
          </ac:spMkLst>
        </pc:spChg>
        <pc:spChg chg="add del mod">
          <ac:chgData name="Irfan Sheikh" userId="d6584adb700a76b5" providerId="LiveId" clId="{74760A76-F7AA-404B-BD01-31F8BEB08E81}" dt="2024-08-09T06:25:20.687" v="73" actId="931"/>
          <ac:spMkLst>
            <pc:docMk/>
            <pc:sldMk cId="1243892205" sldId="264"/>
            <ac:spMk id="4" creationId="{997C6161-5D88-5CFD-A210-628B6D48C800}"/>
          </ac:spMkLst>
        </pc:spChg>
        <pc:spChg chg="add del mod">
          <ac:chgData name="Irfan Sheikh" userId="d6584adb700a76b5" providerId="LiveId" clId="{74760A76-F7AA-404B-BD01-31F8BEB08E81}" dt="2024-08-09T06:25:39.587" v="74" actId="931"/>
          <ac:spMkLst>
            <pc:docMk/>
            <pc:sldMk cId="1243892205" sldId="264"/>
            <ac:spMk id="7" creationId="{7F30ADB3-B3B2-025F-3D63-685278F9BB37}"/>
          </ac:spMkLst>
        </pc:spChg>
        <pc:spChg chg="add del mod">
          <ac:chgData name="Irfan Sheikh" userId="d6584adb700a76b5" providerId="LiveId" clId="{74760A76-F7AA-404B-BD01-31F8BEB08E81}" dt="2024-08-09T06:26:23.735" v="76" actId="931"/>
          <ac:spMkLst>
            <pc:docMk/>
            <pc:sldMk cId="1243892205" sldId="264"/>
            <ac:spMk id="14" creationId="{C1D25AE1-C933-B6C1-7864-49B04F2B45DC}"/>
          </ac:spMkLst>
        </pc:spChg>
        <pc:picChg chg="del">
          <ac:chgData name="Irfan Sheikh" userId="d6584adb700a76b5" providerId="LiveId" clId="{74760A76-F7AA-404B-BD01-31F8BEB08E81}" dt="2024-08-09T06:23:44.897" v="19" actId="478"/>
          <ac:picMkLst>
            <pc:docMk/>
            <pc:sldMk cId="1243892205" sldId="264"/>
            <ac:picMk id="5" creationId="{00D498F1-7B7B-2B2D-6C65-7B92AB5DBD57}"/>
          </ac:picMkLst>
        </pc:picChg>
        <pc:picChg chg="del">
          <ac:chgData name="Irfan Sheikh" userId="d6584adb700a76b5" providerId="LiveId" clId="{74760A76-F7AA-404B-BD01-31F8BEB08E81}" dt="2024-08-09T06:23:48.853" v="20" actId="478"/>
          <ac:picMkLst>
            <pc:docMk/>
            <pc:sldMk cId="1243892205" sldId="264"/>
            <ac:picMk id="8" creationId="{8C2815F0-C95F-61D0-4785-F4BC4FE7FFAF}"/>
          </ac:picMkLst>
        </pc:picChg>
        <pc:picChg chg="add mod">
          <ac:chgData name="Irfan Sheikh" userId="d6584adb700a76b5" providerId="LiveId" clId="{74760A76-F7AA-404B-BD01-31F8BEB08E81}" dt="2024-08-09T06:25:20.687" v="73" actId="931"/>
          <ac:picMkLst>
            <pc:docMk/>
            <pc:sldMk cId="1243892205" sldId="264"/>
            <ac:picMk id="10" creationId="{545FE5EE-9B54-C28C-7613-86868A282D3D}"/>
          </ac:picMkLst>
        </pc:picChg>
        <pc:picChg chg="add del mod">
          <ac:chgData name="Irfan Sheikh" userId="d6584adb700a76b5" providerId="LiveId" clId="{74760A76-F7AA-404B-BD01-31F8BEB08E81}" dt="2024-08-09T06:25:49.919" v="75" actId="478"/>
          <ac:picMkLst>
            <pc:docMk/>
            <pc:sldMk cId="1243892205" sldId="264"/>
            <ac:picMk id="12" creationId="{EEE1F4F9-5FEB-6A2F-39A5-EA9AFD5695DB}"/>
          </ac:picMkLst>
        </pc:picChg>
        <pc:picChg chg="add mod">
          <ac:chgData name="Irfan Sheikh" userId="d6584adb700a76b5" providerId="LiveId" clId="{74760A76-F7AA-404B-BD01-31F8BEB08E81}" dt="2024-08-09T06:26:23.735" v="76" actId="931"/>
          <ac:picMkLst>
            <pc:docMk/>
            <pc:sldMk cId="1243892205" sldId="264"/>
            <ac:picMk id="16" creationId="{BDCDB753-4F52-94F5-62C9-37F2E619D439}"/>
          </ac:picMkLst>
        </pc:picChg>
      </pc:sldChg>
      <pc:sldChg chg="add">
        <pc:chgData name="Irfan Sheikh" userId="d6584adb700a76b5" providerId="LiveId" clId="{74760A76-F7AA-404B-BD01-31F8BEB08E81}" dt="2024-08-09T06:24:23.059" v="48"/>
        <pc:sldMkLst>
          <pc:docMk/>
          <pc:sldMk cId="933551102" sldId="265"/>
        </pc:sldMkLst>
      </pc:sldChg>
      <pc:sldChg chg="del">
        <pc:chgData name="Irfan Sheikh" userId="d6584adb700a76b5" providerId="LiveId" clId="{74760A76-F7AA-404B-BD01-31F8BEB08E81}" dt="2024-08-09T06:24:06.223" v="23" actId="47"/>
        <pc:sldMkLst>
          <pc:docMk/>
          <pc:sldMk cId="1022177402" sldId="265"/>
        </pc:sldMkLst>
      </pc:sldChg>
      <pc:sldChg chg="add">
        <pc:chgData name="Irfan Sheikh" userId="d6584adb700a76b5" providerId="LiveId" clId="{74760A76-F7AA-404B-BD01-31F8BEB08E81}" dt="2024-08-09T06:24:23.423" v="49"/>
        <pc:sldMkLst>
          <pc:docMk/>
          <pc:sldMk cId="673441858" sldId="266"/>
        </pc:sldMkLst>
      </pc:sldChg>
      <pc:sldChg chg="del">
        <pc:chgData name="Irfan Sheikh" userId="d6584adb700a76b5" providerId="LiveId" clId="{74760A76-F7AA-404B-BD01-31F8BEB08E81}" dt="2024-08-09T06:24:07.025" v="24" actId="47"/>
        <pc:sldMkLst>
          <pc:docMk/>
          <pc:sldMk cId="4126171070" sldId="266"/>
        </pc:sldMkLst>
      </pc:sldChg>
      <pc:sldChg chg="add">
        <pc:chgData name="Irfan Sheikh" userId="d6584adb700a76b5" providerId="LiveId" clId="{74760A76-F7AA-404B-BD01-31F8BEB08E81}" dt="2024-08-09T06:24:23.628" v="50"/>
        <pc:sldMkLst>
          <pc:docMk/>
          <pc:sldMk cId="50009236" sldId="267"/>
        </pc:sldMkLst>
      </pc:sldChg>
      <pc:sldChg chg="del">
        <pc:chgData name="Irfan Sheikh" userId="d6584adb700a76b5" providerId="LiveId" clId="{74760A76-F7AA-404B-BD01-31F8BEB08E81}" dt="2024-08-09T06:24:07.702" v="25" actId="47"/>
        <pc:sldMkLst>
          <pc:docMk/>
          <pc:sldMk cId="4261189392" sldId="267"/>
        </pc:sldMkLst>
      </pc:sldChg>
      <pc:sldChg chg="del">
        <pc:chgData name="Irfan Sheikh" userId="d6584adb700a76b5" providerId="LiveId" clId="{74760A76-F7AA-404B-BD01-31F8BEB08E81}" dt="2024-08-09T06:24:08.285" v="26" actId="47"/>
        <pc:sldMkLst>
          <pc:docMk/>
          <pc:sldMk cId="1673203521" sldId="268"/>
        </pc:sldMkLst>
      </pc:sldChg>
      <pc:sldChg chg="add">
        <pc:chgData name="Irfan Sheikh" userId="d6584adb700a76b5" providerId="LiveId" clId="{74760A76-F7AA-404B-BD01-31F8BEB08E81}" dt="2024-08-09T06:24:23.849" v="51"/>
        <pc:sldMkLst>
          <pc:docMk/>
          <pc:sldMk cId="2678873371" sldId="268"/>
        </pc:sldMkLst>
      </pc:sldChg>
      <pc:sldChg chg="add">
        <pc:chgData name="Irfan Sheikh" userId="d6584adb700a76b5" providerId="LiveId" clId="{74760A76-F7AA-404B-BD01-31F8BEB08E81}" dt="2024-08-09T06:24:24.045" v="52"/>
        <pc:sldMkLst>
          <pc:docMk/>
          <pc:sldMk cId="2276149872" sldId="269"/>
        </pc:sldMkLst>
      </pc:sldChg>
      <pc:sldChg chg="del">
        <pc:chgData name="Irfan Sheikh" userId="d6584adb700a76b5" providerId="LiveId" clId="{74760A76-F7AA-404B-BD01-31F8BEB08E81}" dt="2024-08-09T06:24:08.815" v="27" actId="47"/>
        <pc:sldMkLst>
          <pc:docMk/>
          <pc:sldMk cId="3570507258" sldId="269"/>
        </pc:sldMkLst>
      </pc:sldChg>
      <pc:sldChg chg="del">
        <pc:chgData name="Irfan Sheikh" userId="d6584adb700a76b5" providerId="LiveId" clId="{74760A76-F7AA-404B-BD01-31F8BEB08E81}" dt="2024-08-09T06:24:09.277" v="28" actId="47"/>
        <pc:sldMkLst>
          <pc:docMk/>
          <pc:sldMk cId="382388010" sldId="270"/>
        </pc:sldMkLst>
      </pc:sldChg>
      <pc:sldChg chg="add">
        <pc:chgData name="Irfan Sheikh" userId="d6584adb700a76b5" providerId="LiveId" clId="{74760A76-F7AA-404B-BD01-31F8BEB08E81}" dt="2024-08-09T06:24:24.246" v="53"/>
        <pc:sldMkLst>
          <pc:docMk/>
          <pc:sldMk cId="4112865051" sldId="270"/>
        </pc:sldMkLst>
      </pc:sldChg>
      <pc:sldChg chg="del">
        <pc:chgData name="Irfan Sheikh" userId="d6584adb700a76b5" providerId="LiveId" clId="{74760A76-F7AA-404B-BD01-31F8BEB08E81}" dt="2024-08-09T06:24:09.755" v="29" actId="47"/>
        <pc:sldMkLst>
          <pc:docMk/>
          <pc:sldMk cId="1181836309" sldId="271"/>
        </pc:sldMkLst>
      </pc:sldChg>
      <pc:sldChg chg="add">
        <pc:chgData name="Irfan Sheikh" userId="d6584adb700a76b5" providerId="LiveId" clId="{74760A76-F7AA-404B-BD01-31F8BEB08E81}" dt="2024-08-09T06:24:24.429" v="54"/>
        <pc:sldMkLst>
          <pc:docMk/>
          <pc:sldMk cId="2590948295" sldId="271"/>
        </pc:sldMkLst>
      </pc:sldChg>
      <pc:sldChg chg="add">
        <pc:chgData name="Irfan Sheikh" userId="d6584adb700a76b5" providerId="LiveId" clId="{74760A76-F7AA-404B-BD01-31F8BEB08E81}" dt="2024-08-09T06:24:24.625" v="55"/>
        <pc:sldMkLst>
          <pc:docMk/>
          <pc:sldMk cId="1022613930" sldId="272"/>
        </pc:sldMkLst>
      </pc:sldChg>
      <pc:sldChg chg="del">
        <pc:chgData name="Irfan Sheikh" userId="d6584adb700a76b5" providerId="LiveId" clId="{74760A76-F7AA-404B-BD01-31F8BEB08E81}" dt="2024-08-09T06:24:10.249" v="30" actId="47"/>
        <pc:sldMkLst>
          <pc:docMk/>
          <pc:sldMk cId="3972928659" sldId="272"/>
        </pc:sldMkLst>
      </pc:sldChg>
      <pc:sldChg chg="del">
        <pc:chgData name="Irfan Sheikh" userId="d6584adb700a76b5" providerId="LiveId" clId="{74760A76-F7AA-404B-BD01-31F8BEB08E81}" dt="2024-08-09T06:24:10.702" v="31" actId="47"/>
        <pc:sldMkLst>
          <pc:docMk/>
          <pc:sldMk cId="1499400311" sldId="273"/>
        </pc:sldMkLst>
      </pc:sldChg>
      <pc:sldChg chg="add">
        <pc:chgData name="Irfan Sheikh" userId="d6584adb700a76b5" providerId="LiveId" clId="{74760A76-F7AA-404B-BD01-31F8BEB08E81}" dt="2024-08-09T06:24:24.798" v="56"/>
        <pc:sldMkLst>
          <pc:docMk/>
          <pc:sldMk cId="1647592229" sldId="273"/>
        </pc:sldMkLst>
      </pc:sldChg>
      <pc:sldChg chg="add">
        <pc:chgData name="Irfan Sheikh" userId="d6584adb700a76b5" providerId="LiveId" clId="{74760A76-F7AA-404B-BD01-31F8BEB08E81}" dt="2024-08-09T06:24:24.958" v="57"/>
        <pc:sldMkLst>
          <pc:docMk/>
          <pc:sldMk cId="2702396773" sldId="274"/>
        </pc:sldMkLst>
      </pc:sldChg>
      <pc:sldChg chg="del">
        <pc:chgData name="Irfan Sheikh" userId="d6584adb700a76b5" providerId="LiveId" clId="{74760A76-F7AA-404B-BD01-31F8BEB08E81}" dt="2024-08-09T06:24:11.134" v="32" actId="47"/>
        <pc:sldMkLst>
          <pc:docMk/>
          <pc:sldMk cId="3181355389" sldId="274"/>
        </pc:sldMkLst>
      </pc:sldChg>
      <pc:sldChg chg="add">
        <pc:chgData name="Irfan Sheikh" userId="d6584adb700a76b5" providerId="LiveId" clId="{74760A76-F7AA-404B-BD01-31F8BEB08E81}" dt="2024-08-09T06:24:25.098" v="58"/>
        <pc:sldMkLst>
          <pc:docMk/>
          <pc:sldMk cId="44744840" sldId="275"/>
        </pc:sldMkLst>
      </pc:sldChg>
      <pc:sldChg chg="del">
        <pc:chgData name="Irfan Sheikh" userId="d6584adb700a76b5" providerId="LiveId" clId="{74760A76-F7AA-404B-BD01-31F8BEB08E81}" dt="2024-08-09T06:24:11.583" v="33" actId="47"/>
        <pc:sldMkLst>
          <pc:docMk/>
          <pc:sldMk cId="4177106379" sldId="275"/>
        </pc:sldMkLst>
      </pc:sldChg>
      <pc:sldChg chg="del">
        <pc:chgData name="Irfan Sheikh" userId="d6584adb700a76b5" providerId="LiveId" clId="{74760A76-F7AA-404B-BD01-31F8BEB08E81}" dt="2024-08-09T06:24:12.014" v="34" actId="47"/>
        <pc:sldMkLst>
          <pc:docMk/>
          <pc:sldMk cId="770822238" sldId="276"/>
        </pc:sldMkLst>
      </pc:sldChg>
      <pc:sldChg chg="add">
        <pc:chgData name="Irfan Sheikh" userId="d6584adb700a76b5" providerId="LiveId" clId="{74760A76-F7AA-404B-BD01-31F8BEB08E81}" dt="2024-08-09T06:24:25.273" v="59"/>
        <pc:sldMkLst>
          <pc:docMk/>
          <pc:sldMk cId="1422204985" sldId="276"/>
        </pc:sldMkLst>
      </pc:sldChg>
      <pc:sldChg chg="del">
        <pc:chgData name="Irfan Sheikh" userId="d6584adb700a76b5" providerId="LiveId" clId="{74760A76-F7AA-404B-BD01-31F8BEB08E81}" dt="2024-08-09T06:24:12.422" v="35" actId="47"/>
        <pc:sldMkLst>
          <pc:docMk/>
          <pc:sldMk cId="1156018331" sldId="277"/>
        </pc:sldMkLst>
      </pc:sldChg>
      <pc:sldChg chg="add">
        <pc:chgData name="Irfan Sheikh" userId="d6584adb700a76b5" providerId="LiveId" clId="{74760A76-F7AA-404B-BD01-31F8BEB08E81}" dt="2024-08-09T06:24:25.468" v="60"/>
        <pc:sldMkLst>
          <pc:docMk/>
          <pc:sldMk cId="3245345006" sldId="277"/>
        </pc:sldMkLst>
      </pc:sldChg>
      <pc:sldChg chg="del">
        <pc:chgData name="Irfan Sheikh" userId="d6584adb700a76b5" providerId="LiveId" clId="{74760A76-F7AA-404B-BD01-31F8BEB08E81}" dt="2024-08-09T06:24:12.814" v="36" actId="47"/>
        <pc:sldMkLst>
          <pc:docMk/>
          <pc:sldMk cId="949846612" sldId="278"/>
        </pc:sldMkLst>
      </pc:sldChg>
      <pc:sldChg chg="add">
        <pc:chgData name="Irfan Sheikh" userId="d6584adb700a76b5" providerId="LiveId" clId="{74760A76-F7AA-404B-BD01-31F8BEB08E81}" dt="2024-08-09T06:24:25.661" v="61"/>
        <pc:sldMkLst>
          <pc:docMk/>
          <pc:sldMk cId="3717814081" sldId="278"/>
        </pc:sldMkLst>
      </pc:sldChg>
      <pc:sldChg chg="del">
        <pc:chgData name="Irfan Sheikh" userId="d6584adb700a76b5" providerId="LiveId" clId="{74760A76-F7AA-404B-BD01-31F8BEB08E81}" dt="2024-08-09T06:24:13.256" v="37" actId="47"/>
        <pc:sldMkLst>
          <pc:docMk/>
          <pc:sldMk cId="2793107151" sldId="279"/>
        </pc:sldMkLst>
      </pc:sldChg>
      <pc:sldChg chg="add">
        <pc:chgData name="Irfan Sheikh" userId="d6584adb700a76b5" providerId="LiveId" clId="{74760A76-F7AA-404B-BD01-31F8BEB08E81}" dt="2024-08-09T06:24:25.828" v="62"/>
        <pc:sldMkLst>
          <pc:docMk/>
          <pc:sldMk cId="3484750467" sldId="279"/>
        </pc:sldMkLst>
      </pc:sldChg>
      <pc:sldChg chg="add">
        <pc:chgData name="Irfan Sheikh" userId="d6584adb700a76b5" providerId="LiveId" clId="{74760A76-F7AA-404B-BD01-31F8BEB08E81}" dt="2024-08-09T06:24:26.049" v="63"/>
        <pc:sldMkLst>
          <pc:docMk/>
          <pc:sldMk cId="1215395890" sldId="280"/>
        </pc:sldMkLst>
      </pc:sldChg>
      <pc:sldChg chg="del">
        <pc:chgData name="Irfan Sheikh" userId="d6584adb700a76b5" providerId="LiveId" clId="{74760A76-F7AA-404B-BD01-31F8BEB08E81}" dt="2024-08-09T06:24:13.676" v="38" actId="47"/>
        <pc:sldMkLst>
          <pc:docMk/>
          <pc:sldMk cId="3506838076" sldId="280"/>
        </pc:sldMkLst>
      </pc:sldChg>
      <pc:sldChg chg="del">
        <pc:chgData name="Irfan Sheikh" userId="d6584adb700a76b5" providerId="LiveId" clId="{74760A76-F7AA-404B-BD01-31F8BEB08E81}" dt="2024-08-09T06:24:14.060" v="39" actId="47"/>
        <pc:sldMkLst>
          <pc:docMk/>
          <pc:sldMk cId="1100050896" sldId="281"/>
        </pc:sldMkLst>
      </pc:sldChg>
      <pc:sldChg chg="add">
        <pc:chgData name="Irfan Sheikh" userId="d6584adb700a76b5" providerId="LiveId" clId="{74760A76-F7AA-404B-BD01-31F8BEB08E81}" dt="2024-08-09T06:24:26.254" v="64"/>
        <pc:sldMkLst>
          <pc:docMk/>
          <pc:sldMk cId="4184034655" sldId="281"/>
        </pc:sldMkLst>
      </pc:sldChg>
      <pc:sldChg chg="add">
        <pc:chgData name="Irfan Sheikh" userId="d6584adb700a76b5" providerId="LiveId" clId="{74760A76-F7AA-404B-BD01-31F8BEB08E81}" dt="2024-08-09T06:24:26.475" v="65"/>
        <pc:sldMkLst>
          <pc:docMk/>
          <pc:sldMk cId="1118087834" sldId="282"/>
        </pc:sldMkLst>
      </pc:sldChg>
      <pc:sldChg chg="del">
        <pc:chgData name="Irfan Sheikh" userId="d6584adb700a76b5" providerId="LiveId" clId="{74760A76-F7AA-404B-BD01-31F8BEB08E81}" dt="2024-08-09T06:24:14.493" v="40" actId="47"/>
        <pc:sldMkLst>
          <pc:docMk/>
          <pc:sldMk cId="2460762082" sldId="282"/>
        </pc:sldMkLst>
      </pc:sldChg>
      <pc:sldChg chg="add">
        <pc:chgData name="Irfan Sheikh" userId="d6584adb700a76b5" providerId="LiveId" clId="{74760A76-F7AA-404B-BD01-31F8BEB08E81}" dt="2024-08-09T06:24:26.729" v="66"/>
        <pc:sldMkLst>
          <pc:docMk/>
          <pc:sldMk cId="1584290728" sldId="283"/>
        </pc:sldMkLst>
      </pc:sldChg>
      <pc:sldChg chg="del">
        <pc:chgData name="Irfan Sheikh" userId="d6584adb700a76b5" providerId="LiveId" clId="{74760A76-F7AA-404B-BD01-31F8BEB08E81}" dt="2024-08-09T06:24:14.924" v="41" actId="47"/>
        <pc:sldMkLst>
          <pc:docMk/>
          <pc:sldMk cId="2963508834" sldId="283"/>
        </pc:sldMkLst>
      </pc:sldChg>
      <pc:sldChg chg="del">
        <pc:chgData name="Irfan Sheikh" userId="d6584adb700a76b5" providerId="LiveId" clId="{74760A76-F7AA-404B-BD01-31F8BEB08E81}" dt="2024-08-09T06:24:15.331" v="42" actId="47"/>
        <pc:sldMkLst>
          <pc:docMk/>
          <pc:sldMk cId="78328749" sldId="284"/>
        </pc:sldMkLst>
      </pc:sldChg>
      <pc:sldChg chg="add">
        <pc:chgData name="Irfan Sheikh" userId="d6584adb700a76b5" providerId="LiveId" clId="{74760A76-F7AA-404B-BD01-31F8BEB08E81}" dt="2024-08-09T06:24:26.890" v="67"/>
        <pc:sldMkLst>
          <pc:docMk/>
          <pc:sldMk cId="1254625142" sldId="284"/>
        </pc:sldMkLst>
      </pc:sldChg>
      <pc:sldChg chg="del">
        <pc:chgData name="Irfan Sheikh" userId="d6584adb700a76b5" providerId="LiveId" clId="{74760A76-F7AA-404B-BD01-31F8BEB08E81}" dt="2024-08-09T06:24:15.734" v="43" actId="47"/>
        <pc:sldMkLst>
          <pc:docMk/>
          <pc:sldMk cId="1071806587" sldId="285"/>
        </pc:sldMkLst>
      </pc:sldChg>
      <pc:sldChg chg="add">
        <pc:chgData name="Irfan Sheikh" userId="d6584adb700a76b5" providerId="LiveId" clId="{74760A76-F7AA-404B-BD01-31F8BEB08E81}" dt="2024-08-09T06:24:27.341" v="68"/>
        <pc:sldMkLst>
          <pc:docMk/>
          <pc:sldMk cId="1990055007" sldId="285"/>
        </pc:sldMkLst>
      </pc:sldChg>
      <pc:sldChg chg="add">
        <pc:chgData name="Irfan Sheikh" userId="d6584adb700a76b5" providerId="LiveId" clId="{74760A76-F7AA-404B-BD01-31F8BEB08E81}" dt="2024-08-09T06:24:27.580" v="69"/>
        <pc:sldMkLst>
          <pc:docMk/>
          <pc:sldMk cId="478583688" sldId="286"/>
        </pc:sldMkLst>
      </pc:sldChg>
      <pc:sldChg chg="del">
        <pc:chgData name="Irfan Sheikh" userId="d6584adb700a76b5" providerId="LiveId" clId="{74760A76-F7AA-404B-BD01-31F8BEB08E81}" dt="2024-08-09T06:24:16.144" v="44" actId="47"/>
        <pc:sldMkLst>
          <pc:docMk/>
          <pc:sldMk cId="1900774026" sldId="286"/>
        </pc:sldMkLst>
      </pc:sldChg>
      <pc:sldChg chg="add">
        <pc:chgData name="Irfan Sheikh" userId="d6584adb700a76b5" providerId="LiveId" clId="{74760A76-F7AA-404B-BD01-31F8BEB08E81}" dt="2024-08-09T06:24:27.787" v="70"/>
        <pc:sldMkLst>
          <pc:docMk/>
          <pc:sldMk cId="959708275" sldId="287"/>
        </pc:sldMkLst>
      </pc:sldChg>
      <pc:sldChg chg="del">
        <pc:chgData name="Irfan Sheikh" userId="d6584adb700a76b5" providerId="LiveId" clId="{74760A76-F7AA-404B-BD01-31F8BEB08E81}" dt="2024-08-09T06:24:16.542" v="45" actId="47"/>
        <pc:sldMkLst>
          <pc:docMk/>
          <pc:sldMk cId="1188612039" sldId="287"/>
        </pc:sldMkLst>
      </pc:sldChg>
      <pc:sldChg chg="del">
        <pc:chgData name="Irfan Sheikh" userId="d6584adb700a76b5" providerId="LiveId" clId="{74760A76-F7AA-404B-BD01-31F8BEB08E81}" dt="2024-08-09T06:24:16.970" v="46" actId="47"/>
        <pc:sldMkLst>
          <pc:docMk/>
          <pc:sldMk cId="2255264277" sldId="288"/>
        </pc:sldMkLst>
      </pc:sldChg>
      <pc:sldChg chg="add">
        <pc:chgData name="Irfan Sheikh" userId="d6584adb700a76b5" providerId="LiveId" clId="{74760A76-F7AA-404B-BD01-31F8BEB08E81}" dt="2024-08-09T06:24:28.166" v="71"/>
        <pc:sldMkLst>
          <pc:docMk/>
          <pc:sldMk cId="4184728044" sldId="288"/>
        </pc:sldMkLst>
      </pc:sldChg>
      <pc:sldChg chg="del">
        <pc:chgData name="Irfan Sheikh" userId="d6584adb700a76b5" providerId="LiveId" clId="{74760A76-F7AA-404B-BD01-31F8BEB08E81}" dt="2024-08-09T06:24:17.378" v="47" actId="47"/>
        <pc:sldMkLst>
          <pc:docMk/>
          <pc:sldMk cId="117080530" sldId="289"/>
        </pc:sldMkLst>
      </pc:sldChg>
      <pc:sldChg chg="add">
        <pc:chgData name="Irfan Sheikh" userId="d6584adb700a76b5" providerId="LiveId" clId="{74760A76-F7AA-404B-BD01-31F8BEB08E81}" dt="2024-08-09T06:24:28.768" v="72"/>
        <pc:sldMkLst>
          <pc:docMk/>
          <pc:sldMk cId="3557311129" sldId="28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0A29-EE7B-417B-B0F4-24AA48E649E7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000" t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E0A29-EE7B-417B-B0F4-24AA48E649E7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CEF4E-3A5D-4078-8444-1C8B9F5D7C2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gency FB" panose="020B0503020202020204" pitchFamily="34" charset="0"/>
              </a:rPr>
              <a:t>E</a:t>
            </a:r>
            <a:r>
              <a:rPr lang="en-IN" b="1" dirty="0">
                <a:latin typeface="Agency FB" panose="020B0503020202020204" pitchFamily="34" charset="0"/>
              </a:rPr>
              <a:t>PSON UNITY CUP 2024</a:t>
            </a:r>
            <a:br>
              <a:rPr lang="en-IN" b="1" dirty="0">
                <a:latin typeface="Agency FB" panose="020B0503020202020204" pitchFamily="34" charset="0"/>
              </a:rPr>
            </a:br>
            <a:r>
              <a:rPr lang="en-IN" b="1" dirty="0">
                <a:latin typeface="Agency FB" panose="020B0503020202020204" pitchFamily="34" charset="0"/>
              </a:rPr>
              <a:t>SRINAGAR</a:t>
            </a:r>
            <a:endParaRPr lang="en-US" b="1" dirty="0">
              <a:latin typeface="Agency FB" panose="020B0503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DATE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:- 03-08-2024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16981"/>
            <a:ext cx="4038600" cy="2692400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516981"/>
            <a:ext cx="4038600" cy="2692400"/>
          </a:xfrm>
        </p:spPr>
      </p:pic>
    </p:spTree>
    <p:extLst>
      <p:ext uri="{BB962C8B-B14F-4D97-AF65-F5344CB8AC3E}">
        <p14:creationId xmlns:p14="http://schemas.microsoft.com/office/powerpoint/2010/main" val="355731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516981"/>
            <a:ext cx="4038600" cy="2692400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48706"/>
            <a:ext cx="4038600" cy="3028950"/>
          </a:xfrm>
        </p:spPr>
      </p:pic>
    </p:spTree>
    <p:extLst>
      <p:ext uri="{BB962C8B-B14F-4D97-AF65-F5344CB8AC3E}">
        <p14:creationId xmlns:p14="http://schemas.microsoft.com/office/powerpoint/2010/main" val="1201264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233859"/>
            <a:ext cx="4038600" cy="3258645"/>
          </a:xfrm>
        </p:spPr>
      </p:pic>
      <p:pic>
        <p:nvPicPr>
          <p:cNvPr id="9" name="Content Placeholder 8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727325"/>
            <a:ext cx="4038600" cy="2271712"/>
          </a:xfrm>
        </p:spPr>
      </p:pic>
    </p:spTree>
    <p:extLst>
      <p:ext uri="{BB962C8B-B14F-4D97-AF65-F5344CB8AC3E}">
        <p14:creationId xmlns:p14="http://schemas.microsoft.com/office/powerpoint/2010/main" val="3469131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34156"/>
            <a:ext cx="4038600" cy="3458051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264" y="1556792"/>
            <a:ext cx="3394472" cy="4525963"/>
          </a:xfrm>
        </p:spPr>
      </p:pic>
    </p:spTree>
    <p:extLst>
      <p:ext uri="{BB962C8B-B14F-4D97-AF65-F5344CB8AC3E}">
        <p14:creationId xmlns:p14="http://schemas.microsoft.com/office/powerpoint/2010/main" val="324389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4700</TotalTime>
  <Words>9</Words>
  <Application>Microsoft Office PowerPoint</Application>
  <PresentationFormat>On-screen Show (4:3)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Agency FB</vt:lpstr>
      <vt:lpstr>Arial</vt:lpstr>
      <vt:lpstr>Calibri</vt:lpstr>
      <vt:lpstr>Office Theme</vt:lpstr>
      <vt:lpstr>EPSON UNITY CUP 2024 SRINAGAR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EPSON FOR EDUCATION UDAIPUR</dc:title>
  <dc:creator>Lenovo</dc:creator>
  <cp:lastModifiedBy>lenovo</cp:lastModifiedBy>
  <cp:revision>157</cp:revision>
  <dcterms:created xsi:type="dcterms:W3CDTF">2018-11-12T16:51:54Z</dcterms:created>
  <dcterms:modified xsi:type="dcterms:W3CDTF">2024-08-09T18:55:13Z</dcterms:modified>
</cp:coreProperties>
</file>